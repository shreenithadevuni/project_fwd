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19"/>
  </p:notesMasterIdLst>
  <p:handoutMasterIdLst>
    <p:handoutMasterId r:id="rId20"/>
  </p:handoutMasterIdLst>
  <p:sldIdLst>
    <p:sldId id="314" r:id="rId3"/>
    <p:sldId id="322" r:id="rId4"/>
    <p:sldId id="323" r:id="rId5"/>
    <p:sldId id="349" r:id="rId6"/>
    <p:sldId id="266" r:id="rId7"/>
    <p:sldId id="341" r:id="rId8"/>
    <p:sldId id="342" r:id="rId9"/>
    <p:sldId id="343" r:id="rId10"/>
    <p:sldId id="350" r:id="rId11"/>
    <p:sldId id="344" r:id="rId12"/>
    <p:sldId id="345" r:id="rId13"/>
    <p:sldId id="351" r:id="rId14"/>
    <p:sldId id="340" r:id="rId15"/>
    <p:sldId id="347" r:id="rId16"/>
    <p:sldId id="348" r:id="rId17"/>
    <p:sldId id="332"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18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3BCDB23-F71F-45AC-95C4-53EA35851854}" v="25" dt="2026-03-04T03:42:43.08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582"/>
    <p:restoredTop sz="95833"/>
  </p:normalViewPr>
  <p:slideViewPr>
    <p:cSldViewPr snapToGrid="0" snapToObjects="1">
      <p:cViewPr varScale="1">
        <p:scale>
          <a:sx n="79" d="100"/>
          <a:sy n="79" d="100"/>
        </p:scale>
        <p:origin x="562" y="72"/>
      </p:cViewPr>
      <p:guideLst/>
    </p:cSldViewPr>
  </p:slideViewPr>
  <p:notesTextViewPr>
    <p:cViewPr>
      <p:scale>
        <a:sx n="1" d="1"/>
        <a:sy n="1" d="1"/>
      </p:scale>
      <p:origin x="0" y="0"/>
    </p:cViewPr>
  </p:notesTextViewPr>
  <p:notesViewPr>
    <p:cSldViewPr snapToGrid="0" snapToObjects="1">
      <p:cViewPr varScale="1">
        <p:scale>
          <a:sx n="51" d="100"/>
          <a:sy n="51" d="100"/>
        </p:scale>
        <p:origin x="3208" y="2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microsoft.com/office/2015/10/relationships/revisionInfo" Target="revisionInfo.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EFD0E32-84B7-61F7-BC6E-7F3D3E58F42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28D96D9-5F98-A44D-2018-D6A2A308A4F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69F6064-4237-BA4C-A655-B64A9E0DF723}" type="datetimeFigureOut">
              <a:rPr lang="en-US" smtClean="0"/>
              <a:t>3/10/2026</a:t>
            </a:fld>
            <a:endParaRPr lang="en-US"/>
          </a:p>
        </p:txBody>
      </p:sp>
      <p:sp>
        <p:nvSpPr>
          <p:cNvPr id="4" name="Footer Placeholder 3">
            <a:extLst>
              <a:ext uri="{FF2B5EF4-FFF2-40B4-BE49-F238E27FC236}">
                <a16:creationId xmlns:a16="http://schemas.microsoft.com/office/drawing/2014/main" id="{DA93AFF6-B32C-BF80-479E-15EDD755C5E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11E1A79-2016-95C1-5829-B295A2C9857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FBAABA-A336-9B4F-BB34-8D7F4005576F}" type="slidenum">
              <a:rPr lang="en-US" smtClean="0"/>
              <a:t>‹#›</a:t>
            </a:fld>
            <a:endParaRPr lang="en-US"/>
          </a:p>
        </p:txBody>
      </p:sp>
      <p:pic>
        <p:nvPicPr>
          <p:cNvPr id="7" name="Picture 6">
            <a:extLst>
              <a:ext uri="{FF2B5EF4-FFF2-40B4-BE49-F238E27FC236}">
                <a16:creationId xmlns:a16="http://schemas.microsoft.com/office/drawing/2014/main" id="{3E12229D-753E-D112-EA38-F8EB6301E656}"/>
              </a:ext>
            </a:extLst>
          </p:cNvPr>
          <p:cNvPicPr>
            <a:picLocks noChangeAspect="1"/>
          </p:cNvPicPr>
          <p:nvPr/>
        </p:nvPicPr>
        <p:blipFill>
          <a:blip r:embed="rId2"/>
          <a:stretch>
            <a:fillRect/>
          </a:stretch>
        </p:blipFill>
        <p:spPr>
          <a:xfrm>
            <a:off x="0" y="0"/>
            <a:ext cx="1116374" cy="458788"/>
          </a:xfrm>
          <a:prstGeom prst="rect">
            <a:avLst/>
          </a:prstGeom>
        </p:spPr>
      </p:pic>
    </p:spTree>
    <p:extLst>
      <p:ext uri="{BB962C8B-B14F-4D97-AF65-F5344CB8AC3E}">
        <p14:creationId xmlns:p14="http://schemas.microsoft.com/office/powerpoint/2010/main" val="25905858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A854B6-73EE-3647-B9F0-9FDDAF047BDA}" type="datetimeFigureOut">
              <a:rPr lang="en-US" smtClean="0"/>
              <a:t>3/10/2026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329816-4D5E-3B44-810B-F5C416F14AE8}" type="slidenum">
              <a:rPr lang="en-US" smtClean="0"/>
              <a:t>‹#›</a:t>
            </a:fld>
            <a:endParaRPr lang="en-US"/>
          </a:p>
        </p:txBody>
      </p:sp>
    </p:spTree>
    <p:extLst>
      <p:ext uri="{BB962C8B-B14F-4D97-AF65-F5344CB8AC3E}">
        <p14:creationId xmlns:p14="http://schemas.microsoft.com/office/powerpoint/2010/main" val="41871552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27E06-5BF0-54B9-FB5D-CFB52D43BFEF}"/>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226EA4E6-D507-DC8D-31AA-A4CB32D7CE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62C99788-2E86-FADA-072C-884B0261564B}"/>
              </a:ext>
            </a:extLst>
          </p:cNvPr>
          <p:cNvSpPr>
            <a:spLocks noGrp="1"/>
          </p:cNvSpPr>
          <p:nvPr>
            <p:ph type="dt" sz="half" idx="10"/>
          </p:nvPr>
        </p:nvSpPr>
        <p:spPr/>
        <p:txBody>
          <a:bodyPr/>
          <a:lstStyle/>
          <a:p>
            <a:fld id="{3BF734CB-DFAB-944A-8037-9643745D8F20}" type="datetime1">
              <a:rPr lang="en-IN" smtClean="0"/>
              <a:t>10-03-2026</a:t>
            </a:fld>
            <a:endParaRPr lang="en-US"/>
          </a:p>
        </p:txBody>
      </p:sp>
      <p:sp>
        <p:nvSpPr>
          <p:cNvPr id="5" name="Footer Placeholder 4">
            <a:extLst>
              <a:ext uri="{FF2B5EF4-FFF2-40B4-BE49-F238E27FC236}">
                <a16:creationId xmlns:a16="http://schemas.microsoft.com/office/drawing/2014/main" id="{A54D1ADA-8991-D408-DA0A-FE3B043FE895}"/>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037DF78D-056F-7C9E-8F10-682094624882}"/>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2232911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DA370-C77E-4354-33A4-1D2D9DDD6F4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43FE7F8-1A57-17F5-243A-454005CCDF16}"/>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9EAE72D-6D76-FAB8-D597-99BF2087AA5B}"/>
              </a:ext>
            </a:extLst>
          </p:cNvPr>
          <p:cNvSpPr>
            <a:spLocks noGrp="1"/>
          </p:cNvSpPr>
          <p:nvPr>
            <p:ph type="dt" sz="half" idx="10"/>
          </p:nvPr>
        </p:nvSpPr>
        <p:spPr/>
        <p:txBody>
          <a:bodyPr/>
          <a:lstStyle/>
          <a:p>
            <a:fld id="{9C5272DB-0103-AF4C-A22D-07421EC406AD}" type="datetime1">
              <a:rPr lang="en-IN" smtClean="0"/>
              <a:t>10-03-2026</a:t>
            </a:fld>
            <a:endParaRPr lang="en-US"/>
          </a:p>
        </p:txBody>
      </p:sp>
      <p:sp>
        <p:nvSpPr>
          <p:cNvPr id="5" name="Footer Placeholder 4">
            <a:extLst>
              <a:ext uri="{FF2B5EF4-FFF2-40B4-BE49-F238E27FC236}">
                <a16:creationId xmlns:a16="http://schemas.microsoft.com/office/drawing/2014/main" id="{91860C41-C703-1443-60E7-2BEF34D36208}"/>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B3BB3600-770E-6D67-2A66-D2FECF5D3BC6}"/>
              </a:ext>
            </a:extLst>
          </p:cNvPr>
          <p:cNvSpPr>
            <a:spLocks noGrp="1"/>
          </p:cNvSpPr>
          <p:nvPr>
            <p:ph type="sldNum" sz="quarter" idx="12"/>
          </p:nvPr>
        </p:nvSpPr>
        <p:spPr/>
        <p:txBody>
          <a:bodyPr/>
          <a:lstStyle/>
          <a:p>
            <a:fld id="{B961B71F-4B40-8942-BB88-E0F5C0B46E10}" type="slidenum">
              <a:rPr lang="en-US" smtClean="0"/>
              <a:t>‹#›</a:t>
            </a:fld>
            <a:endParaRPr lang="en-US"/>
          </a:p>
        </p:txBody>
      </p:sp>
      <p:sp>
        <p:nvSpPr>
          <p:cNvPr id="8" name="Rectangle 7">
            <a:extLst>
              <a:ext uri="{FF2B5EF4-FFF2-40B4-BE49-F238E27FC236}">
                <a16:creationId xmlns:a16="http://schemas.microsoft.com/office/drawing/2014/main" id="{8E776DCD-546C-A1AC-C961-3F3EEC504416}"/>
              </a:ext>
            </a:extLst>
          </p:cNvPr>
          <p:cNvSpPr/>
          <p:nvPr userDrawn="1"/>
        </p:nvSpPr>
        <p:spPr>
          <a:xfrm>
            <a:off x="87228" y="60325"/>
            <a:ext cx="1532022" cy="620712"/>
          </a:xfrm>
          <a:prstGeom prst="rect">
            <a:avLst/>
          </a:prstGeom>
          <a:blipFill dpi="0" rotWithShape="1">
            <a:blip r:embed="rId2">
              <a:alphaModFix amt="78101"/>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106417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A5DA9-698C-D133-BCF7-93A02E210C2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3FA85215-9C62-1486-DEC7-AF8E59725B1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0AD292FD-C465-3FCB-1CEB-331C31A973F6}"/>
              </a:ext>
            </a:extLst>
          </p:cNvPr>
          <p:cNvSpPr>
            <a:spLocks noGrp="1"/>
          </p:cNvSpPr>
          <p:nvPr>
            <p:ph type="dt" sz="half" idx="10"/>
          </p:nvPr>
        </p:nvSpPr>
        <p:spPr/>
        <p:txBody>
          <a:bodyPr/>
          <a:lstStyle/>
          <a:p>
            <a:fld id="{6918335F-2E5B-B14E-9706-E237C81E4155}" type="datetime1">
              <a:rPr lang="en-IN" smtClean="0"/>
              <a:t>10-03-2026</a:t>
            </a:fld>
            <a:endParaRPr lang="en-US"/>
          </a:p>
        </p:txBody>
      </p:sp>
      <p:sp>
        <p:nvSpPr>
          <p:cNvPr id="5" name="Footer Placeholder 4">
            <a:extLst>
              <a:ext uri="{FF2B5EF4-FFF2-40B4-BE49-F238E27FC236}">
                <a16:creationId xmlns:a16="http://schemas.microsoft.com/office/drawing/2014/main" id="{03196C18-4538-A1F2-0B35-7684E5B30A32}"/>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8F05BEFA-16A3-B084-9011-B7E85C9C926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443703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3A91F-6631-AA20-E58B-064235B6DD1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B40029CD-C8C6-CEFE-D059-40BEA299756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B175D9AB-9E5E-59E2-9DA3-6C54D45EAC41}"/>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2A3C372B-55E2-4467-1C5C-88EAE728396A}"/>
              </a:ext>
            </a:extLst>
          </p:cNvPr>
          <p:cNvSpPr>
            <a:spLocks noGrp="1"/>
          </p:cNvSpPr>
          <p:nvPr>
            <p:ph type="dt" sz="half" idx="10"/>
          </p:nvPr>
        </p:nvSpPr>
        <p:spPr/>
        <p:txBody>
          <a:bodyPr/>
          <a:lstStyle/>
          <a:p>
            <a:fld id="{15BD6649-7156-A341-B9F2-F045B7551E13}" type="datetime1">
              <a:rPr lang="en-IN" smtClean="0"/>
              <a:t>10-03-2026</a:t>
            </a:fld>
            <a:endParaRPr lang="en-US"/>
          </a:p>
        </p:txBody>
      </p:sp>
      <p:sp>
        <p:nvSpPr>
          <p:cNvPr id="6" name="Footer Placeholder 5">
            <a:extLst>
              <a:ext uri="{FF2B5EF4-FFF2-40B4-BE49-F238E27FC236}">
                <a16:creationId xmlns:a16="http://schemas.microsoft.com/office/drawing/2014/main" id="{CC0897BD-CB93-AC5A-9B15-FD7F4D952953}"/>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8D5540F5-8BB9-4C4C-626E-5D45C97E372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3082530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68A3B-B4EE-2816-3ADC-1938541424A2}"/>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61AF86E-35F8-453B-F58E-48D8C4903AE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63D8923-FBC0-8866-8350-696FB3D22BF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E6545281-3CB5-361A-7D56-C6E37E290D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9F62343-9DB8-07DC-AD19-22AE6A7E5D6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3FEB0191-CD7B-6170-8655-A3CD1009BEA8}"/>
              </a:ext>
            </a:extLst>
          </p:cNvPr>
          <p:cNvSpPr>
            <a:spLocks noGrp="1"/>
          </p:cNvSpPr>
          <p:nvPr>
            <p:ph type="dt" sz="half" idx="10"/>
          </p:nvPr>
        </p:nvSpPr>
        <p:spPr/>
        <p:txBody>
          <a:bodyPr/>
          <a:lstStyle/>
          <a:p>
            <a:fld id="{C9977CD1-E97C-BA41-8E49-9F39B98FFBE8}" type="datetime1">
              <a:rPr lang="en-IN" smtClean="0"/>
              <a:t>10-03-2026</a:t>
            </a:fld>
            <a:endParaRPr lang="en-US"/>
          </a:p>
        </p:txBody>
      </p:sp>
      <p:sp>
        <p:nvSpPr>
          <p:cNvPr id="8" name="Footer Placeholder 7">
            <a:extLst>
              <a:ext uri="{FF2B5EF4-FFF2-40B4-BE49-F238E27FC236}">
                <a16:creationId xmlns:a16="http://schemas.microsoft.com/office/drawing/2014/main" id="{CD680C4C-B6E8-81B1-E2F5-D6264E3F6A44}"/>
              </a:ext>
            </a:extLst>
          </p:cNvPr>
          <p:cNvSpPr>
            <a:spLocks noGrp="1"/>
          </p:cNvSpPr>
          <p:nvPr>
            <p:ph type="ftr" sz="quarter" idx="11"/>
          </p:nvPr>
        </p:nvSpPr>
        <p:spPr/>
        <p:txBody>
          <a:bodyPr/>
          <a:lstStyle/>
          <a:p>
            <a:r>
              <a:rPr lang="en-US"/>
              <a:t>0th REVIEW         173030211           Department of CSE</a:t>
            </a:r>
          </a:p>
        </p:txBody>
      </p:sp>
      <p:sp>
        <p:nvSpPr>
          <p:cNvPr id="9" name="Slide Number Placeholder 8">
            <a:extLst>
              <a:ext uri="{FF2B5EF4-FFF2-40B4-BE49-F238E27FC236}">
                <a16:creationId xmlns:a16="http://schemas.microsoft.com/office/drawing/2014/main" id="{10C8B11F-5860-03B4-E71F-3467444F9A21}"/>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280055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7A6C5-1A49-C01E-B839-45967150D97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06C47471-9D6F-27AE-9B05-71D6BF96E327}"/>
              </a:ext>
            </a:extLst>
          </p:cNvPr>
          <p:cNvSpPr>
            <a:spLocks noGrp="1"/>
          </p:cNvSpPr>
          <p:nvPr>
            <p:ph type="dt" sz="half" idx="10"/>
          </p:nvPr>
        </p:nvSpPr>
        <p:spPr/>
        <p:txBody>
          <a:bodyPr/>
          <a:lstStyle/>
          <a:p>
            <a:fld id="{F3DDBCA1-9406-7A44-8A76-1046B4040777}" type="datetime1">
              <a:rPr lang="en-IN" smtClean="0"/>
              <a:t>10-03-2026</a:t>
            </a:fld>
            <a:endParaRPr lang="en-US"/>
          </a:p>
        </p:txBody>
      </p:sp>
      <p:sp>
        <p:nvSpPr>
          <p:cNvPr id="4" name="Footer Placeholder 3">
            <a:extLst>
              <a:ext uri="{FF2B5EF4-FFF2-40B4-BE49-F238E27FC236}">
                <a16:creationId xmlns:a16="http://schemas.microsoft.com/office/drawing/2014/main" id="{775AFD67-19CE-C1CD-207C-EF612C5A6F54}"/>
              </a:ext>
            </a:extLst>
          </p:cNvPr>
          <p:cNvSpPr>
            <a:spLocks noGrp="1"/>
          </p:cNvSpPr>
          <p:nvPr>
            <p:ph type="ftr" sz="quarter" idx="11"/>
          </p:nvPr>
        </p:nvSpPr>
        <p:spPr/>
        <p:txBody>
          <a:bodyPr/>
          <a:lstStyle/>
          <a:p>
            <a:r>
              <a:rPr lang="en-US"/>
              <a:t>0th REVIEW         173030211           Department of CSE</a:t>
            </a:r>
          </a:p>
        </p:txBody>
      </p:sp>
      <p:sp>
        <p:nvSpPr>
          <p:cNvPr id="5" name="Slide Number Placeholder 4">
            <a:extLst>
              <a:ext uri="{FF2B5EF4-FFF2-40B4-BE49-F238E27FC236}">
                <a16:creationId xmlns:a16="http://schemas.microsoft.com/office/drawing/2014/main" id="{C80D7506-CEE9-31E5-7D10-A0BD1B2B03AF}"/>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35880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2BBBBF-B095-FC7E-61BE-572DFB7B12F6}"/>
              </a:ext>
            </a:extLst>
          </p:cNvPr>
          <p:cNvSpPr>
            <a:spLocks noGrp="1"/>
          </p:cNvSpPr>
          <p:nvPr>
            <p:ph type="dt" sz="half" idx="10"/>
          </p:nvPr>
        </p:nvSpPr>
        <p:spPr/>
        <p:txBody>
          <a:bodyPr/>
          <a:lstStyle/>
          <a:p>
            <a:fld id="{C7FB085D-B69B-9C45-93A5-77F47F2F6792}" type="datetime1">
              <a:rPr lang="en-IN" smtClean="0"/>
              <a:t>10-03-2026</a:t>
            </a:fld>
            <a:endParaRPr lang="en-US"/>
          </a:p>
        </p:txBody>
      </p:sp>
      <p:sp>
        <p:nvSpPr>
          <p:cNvPr id="3" name="Footer Placeholder 2">
            <a:extLst>
              <a:ext uri="{FF2B5EF4-FFF2-40B4-BE49-F238E27FC236}">
                <a16:creationId xmlns:a16="http://schemas.microsoft.com/office/drawing/2014/main" id="{247555D4-8ECB-AFFE-0E72-A206E4098EE1}"/>
              </a:ext>
            </a:extLst>
          </p:cNvPr>
          <p:cNvSpPr>
            <a:spLocks noGrp="1"/>
          </p:cNvSpPr>
          <p:nvPr>
            <p:ph type="ftr" sz="quarter" idx="11"/>
          </p:nvPr>
        </p:nvSpPr>
        <p:spPr/>
        <p:txBody>
          <a:bodyPr/>
          <a:lstStyle/>
          <a:p>
            <a:r>
              <a:rPr lang="en-US"/>
              <a:t>0th REVIEW         173030211           Department of CSE</a:t>
            </a:r>
          </a:p>
        </p:txBody>
      </p:sp>
      <p:sp>
        <p:nvSpPr>
          <p:cNvPr id="4" name="Slide Number Placeholder 3">
            <a:extLst>
              <a:ext uri="{FF2B5EF4-FFF2-40B4-BE49-F238E27FC236}">
                <a16:creationId xmlns:a16="http://schemas.microsoft.com/office/drawing/2014/main" id="{B2E9EB7F-0F36-6AF2-5A6E-D350360EFF5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439754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F3453-54A8-457E-0F66-9BE958D9157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80CE50AE-B8BE-E1FF-F3BA-8093082215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1DA6038-C8B1-F7F2-5CA8-15CFE38CBD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5097CAE-AF61-8AFD-5350-97D8044E1275}"/>
              </a:ext>
            </a:extLst>
          </p:cNvPr>
          <p:cNvSpPr>
            <a:spLocks noGrp="1"/>
          </p:cNvSpPr>
          <p:nvPr>
            <p:ph type="dt" sz="half" idx="10"/>
          </p:nvPr>
        </p:nvSpPr>
        <p:spPr/>
        <p:txBody>
          <a:bodyPr/>
          <a:lstStyle/>
          <a:p>
            <a:fld id="{C61B69B7-E8EF-6346-9390-671C5B22ACF3}" type="datetime1">
              <a:rPr lang="en-IN" smtClean="0"/>
              <a:t>10-03-2026</a:t>
            </a:fld>
            <a:endParaRPr lang="en-US"/>
          </a:p>
        </p:txBody>
      </p:sp>
      <p:sp>
        <p:nvSpPr>
          <p:cNvPr id="6" name="Footer Placeholder 5">
            <a:extLst>
              <a:ext uri="{FF2B5EF4-FFF2-40B4-BE49-F238E27FC236}">
                <a16:creationId xmlns:a16="http://schemas.microsoft.com/office/drawing/2014/main" id="{9A9E989E-AF43-DFDB-D9DD-E85DED3C09B0}"/>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60FBCAA9-93EB-8A4D-BB9C-2479D593509A}"/>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690423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CE57A-1FB8-E230-296B-702500A0D49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3C470CF4-1245-8E91-196B-2297C07C97E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FC54EA7-CAD7-C04A-6487-F7D1660330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3F31731-B315-1CCB-7EEF-B7C7EC9254AA}"/>
              </a:ext>
            </a:extLst>
          </p:cNvPr>
          <p:cNvSpPr>
            <a:spLocks noGrp="1"/>
          </p:cNvSpPr>
          <p:nvPr>
            <p:ph type="dt" sz="half" idx="10"/>
          </p:nvPr>
        </p:nvSpPr>
        <p:spPr/>
        <p:txBody>
          <a:bodyPr/>
          <a:lstStyle/>
          <a:p>
            <a:fld id="{B920709D-BF3C-5743-B60D-B01C16014A7B}" type="datetime1">
              <a:rPr lang="en-IN" smtClean="0"/>
              <a:t>10-03-2026</a:t>
            </a:fld>
            <a:endParaRPr lang="en-US"/>
          </a:p>
        </p:txBody>
      </p:sp>
      <p:sp>
        <p:nvSpPr>
          <p:cNvPr id="6" name="Footer Placeholder 5">
            <a:extLst>
              <a:ext uri="{FF2B5EF4-FFF2-40B4-BE49-F238E27FC236}">
                <a16:creationId xmlns:a16="http://schemas.microsoft.com/office/drawing/2014/main" id="{C34DE31E-F8C7-4C00-C40D-FE2821B70626}"/>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3D7C9369-3918-E39E-9B60-A57179D0499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33004632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9F7F1-0136-E40C-5B0F-C1D42F6EFBBE}"/>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A08B89F-EA4C-AA4F-0EB2-C715E5B0D675}"/>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CC2AEC3-3D5C-B4D8-ADAC-C6249EB46A19}"/>
              </a:ext>
            </a:extLst>
          </p:cNvPr>
          <p:cNvSpPr>
            <a:spLocks noGrp="1"/>
          </p:cNvSpPr>
          <p:nvPr>
            <p:ph type="dt" sz="half" idx="10"/>
          </p:nvPr>
        </p:nvSpPr>
        <p:spPr/>
        <p:txBody>
          <a:bodyPr/>
          <a:lstStyle/>
          <a:p>
            <a:fld id="{B04444B0-6575-954F-AAA2-CB0D0417F745}" type="datetime1">
              <a:rPr lang="en-IN" smtClean="0"/>
              <a:t>10-03-2026</a:t>
            </a:fld>
            <a:endParaRPr lang="en-US"/>
          </a:p>
        </p:txBody>
      </p:sp>
      <p:sp>
        <p:nvSpPr>
          <p:cNvPr id="5" name="Footer Placeholder 4">
            <a:extLst>
              <a:ext uri="{FF2B5EF4-FFF2-40B4-BE49-F238E27FC236}">
                <a16:creationId xmlns:a16="http://schemas.microsoft.com/office/drawing/2014/main" id="{8B19FED2-229B-3728-C7BA-7E8D51577AE3}"/>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9D8B8F22-95FA-4A5E-31CC-C3851B52EF73}"/>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426131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C6F1B25-2FA5-C4F6-09E8-D6F7A8DF83DC}"/>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61113B0-02D5-BBE3-31A5-47396162981A}"/>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B9CAE10-6B7D-C48F-F3FF-419AD4413A07}"/>
              </a:ext>
            </a:extLst>
          </p:cNvPr>
          <p:cNvSpPr>
            <a:spLocks noGrp="1"/>
          </p:cNvSpPr>
          <p:nvPr>
            <p:ph type="dt" sz="half" idx="10"/>
          </p:nvPr>
        </p:nvSpPr>
        <p:spPr/>
        <p:txBody>
          <a:bodyPr/>
          <a:lstStyle/>
          <a:p>
            <a:fld id="{6DE7A436-9AA5-6C4B-AFF1-C34F60A9AB89}" type="datetime1">
              <a:rPr lang="en-IN" smtClean="0"/>
              <a:t>10-03-2026</a:t>
            </a:fld>
            <a:endParaRPr lang="en-US"/>
          </a:p>
        </p:txBody>
      </p:sp>
      <p:sp>
        <p:nvSpPr>
          <p:cNvPr id="5" name="Footer Placeholder 4">
            <a:extLst>
              <a:ext uri="{FF2B5EF4-FFF2-40B4-BE49-F238E27FC236}">
                <a16:creationId xmlns:a16="http://schemas.microsoft.com/office/drawing/2014/main" id="{2652D582-0634-2511-6F7E-7229EC0722E5}"/>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CEBAE7E1-0525-6C8B-2077-B55EFBEA69D4}"/>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662507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2A4A3-2E21-E418-73DE-E22247EE417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93C87DE1-CAF2-229C-5776-9562B79560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00154DD8-14C4-ACB8-D444-27F005A4C5CB}"/>
              </a:ext>
            </a:extLst>
          </p:cNvPr>
          <p:cNvSpPr>
            <a:spLocks noGrp="1"/>
          </p:cNvSpPr>
          <p:nvPr>
            <p:ph type="dt" sz="half" idx="10"/>
          </p:nvPr>
        </p:nvSpPr>
        <p:spPr/>
        <p:txBody>
          <a:bodyPr/>
          <a:lstStyle/>
          <a:p>
            <a:fld id="{6BF141C7-EF5A-1D4A-89F0-79C7DE818D53}" type="datetime1">
              <a:rPr lang="en-IN" smtClean="0"/>
              <a:t>10-03-2026</a:t>
            </a:fld>
            <a:endParaRPr lang="en-US"/>
          </a:p>
        </p:txBody>
      </p:sp>
      <p:sp>
        <p:nvSpPr>
          <p:cNvPr id="5" name="Footer Placeholder 4">
            <a:extLst>
              <a:ext uri="{FF2B5EF4-FFF2-40B4-BE49-F238E27FC236}">
                <a16:creationId xmlns:a16="http://schemas.microsoft.com/office/drawing/2014/main" id="{886BF891-4BCD-EC21-1259-8661D36C8A57}"/>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A93951AF-D1A2-07A4-0B2A-7E9D6B416DE0}"/>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2168524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CBFB9-B574-3DEB-F162-FE89B3802B3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094B0E9-24AC-9760-0CBD-E5D0888E3FA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5C41205-CA2E-9649-1960-8F17E0E6D292}"/>
              </a:ext>
            </a:extLst>
          </p:cNvPr>
          <p:cNvSpPr>
            <a:spLocks noGrp="1"/>
          </p:cNvSpPr>
          <p:nvPr>
            <p:ph type="dt" sz="half" idx="10"/>
          </p:nvPr>
        </p:nvSpPr>
        <p:spPr/>
        <p:txBody>
          <a:bodyPr/>
          <a:lstStyle/>
          <a:p>
            <a:fld id="{8C868A0C-C998-984C-ABE3-A33473D7CABD}" type="datetime1">
              <a:rPr lang="en-IN" smtClean="0"/>
              <a:t>10-03-2026</a:t>
            </a:fld>
            <a:endParaRPr lang="en-US"/>
          </a:p>
        </p:txBody>
      </p:sp>
      <p:sp>
        <p:nvSpPr>
          <p:cNvPr id="5" name="Footer Placeholder 4">
            <a:extLst>
              <a:ext uri="{FF2B5EF4-FFF2-40B4-BE49-F238E27FC236}">
                <a16:creationId xmlns:a16="http://schemas.microsoft.com/office/drawing/2014/main" id="{BC702BAD-D0DE-F254-BBD1-2AFE276BD322}"/>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C7787769-B833-24E6-E30B-DCE74558AC9F}"/>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22971927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24CF5-AE66-5FEF-8EEC-A630C8B2901A}"/>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10528CE2-68D8-267B-C297-6117F0736AB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525FFB0-0F78-AEB8-5AFB-EC779B961448}"/>
              </a:ext>
            </a:extLst>
          </p:cNvPr>
          <p:cNvSpPr>
            <a:spLocks noGrp="1"/>
          </p:cNvSpPr>
          <p:nvPr>
            <p:ph type="dt" sz="half" idx="10"/>
          </p:nvPr>
        </p:nvSpPr>
        <p:spPr/>
        <p:txBody>
          <a:bodyPr/>
          <a:lstStyle/>
          <a:p>
            <a:fld id="{BDD2EF84-6667-8447-AC88-082F9D71D82C}" type="datetime1">
              <a:rPr lang="en-IN" smtClean="0"/>
              <a:t>10-03-2026</a:t>
            </a:fld>
            <a:endParaRPr lang="en-US"/>
          </a:p>
        </p:txBody>
      </p:sp>
      <p:sp>
        <p:nvSpPr>
          <p:cNvPr id="5" name="Footer Placeholder 4">
            <a:extLst>
              <a:ext uri="{FF2B5EF4-FFF2-40B4-BE49-F238E27FC236}">
                <a16:creationId xmlns:a16="http://schemas.microsoft.com/office/drawing/2014/main" id="{A4F3BE8E-E2EB-A8B6-21DD-9AB839A58AC4}"/>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714BE51E-49C9-6B3A-1C46-49212B576123}"/>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0408376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3AF32-49A3-7BB1-C7E7-6C5D90D17A8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9C51BE1-060E-F420-83BA-C8AE9151CFB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3B5265B4-44BE-C9BD-56AD-24359969A5F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76262ECC-3BDB-BEA4-4B7F-1545B0DC3A73}"/>
              </a:ext>
            </a:extLst>
          </p:cNvPr>
          <p:cNvSpPr>
            <a:spLocks noGrp="1"/>
          </p:cNvSpPr>
          <p:nvPr>
            <p:ph type="dt" sz="half" idx="10"/>
          </p:nvPr>
        </p:nvSpPr>
        <p:spPr/>
        <p:txBody>
          <a:bodyPr/>
          <a:lstStyle/>
          <a:p>
            <a:fld id="{61563FD6-5C64-304A-9680-469E8D83D1BF}" type="datetime1">
              <a:rPr lang="en-IN" smtClean="0"/>
              <a:t>10-03-2026</a:t>
            </a:fld>
            <a:endParaRPr lang="en-US"/>
          </a:p>
        </p:txBody>
      </p:sp>
      <p:sp>
        <p:nvSpPr>
          <p:cNvPr id="6" name="Footer Placeholder 5">
            <a:extLst>
              <a:ext uri="{FF2B5EF4-FFF2-40B4-BE49-F238E27FC236}">
                <a16:creationId xmlns:a16="http://schemas.microsoft.com/office/drawing/2014/main" id="{CD899311-B569-3D99-B257-5CEB03A68767}"/>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2AE828AD-34AD-9A23-4FFC-4C32387C94EB}"/>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1014661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56895-A3B7-F0FB-3CBE-59E564F229E8}"/>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29C285-ECC0-3375-66EF-B240D726BE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2DB153A-9265-EAEC-A55D-2519057330C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D4E62BD6-069B-567C-13A2-AD51A312FB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60CFDC1-AF24-C301-0A26-DA099D8FF3D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A22CB484-D858-5027-D2CF-125E103D2F43}"/>
              </a:ext>
            </a:extLst>
          </p:cNvPr>
          <p:cNvSpPr>
            <a:spLocks noGrp="1"/>
          </p:cNvSpPr>
          <p:nvPr>
            <p:ph type="dt" sz="half" idx="10"/>
          </p:nvPr>
        </p:nvSpPr>
        <p:spPr/>
        <p:txBody>
          <a:bodyPr/>
          <a:lstStyle/>
          <a:p>
            <a:fld id="{D93985EC-8C41-0649-B43C-28421C497AA5}" type="datetime1">
              <a:rPr lang="en-IN" smtClean="0"/>
              <a:t>10-03-2026</a:t>
            </a:fld>
            <a:endParaRPr lang="en-US"/>
          </a:p>
        </p:txBody>
      </p:sp>
      <p:sp>
        <p:nvSpPr>
          <p:cNvPr id="8" name="Footer Placeholder 7">
            <a:extLst>
              <a:ext uri="{FF2B5EF4-FFF2-40B4-BE49-F238E27FC236}">
                <a16:creationId xmlns:a16="http://schemas.microsoft.com/office/drawing/2014/main" id="{68CD1DFD-AA21-1102-AD58-F0AB4361723D}"/>
              </a:ext>
            </a:extLst>
          </p:cNvPr>
          <p:cNvSpPr>
            <a:spLocks noGrp="1"/>
          </p:cNvSpPr>
          <p:nvPr>
            <p:ph type="ftr" sz="quarter" idx="11"/>
          </p:nvPr>
        </p:nvSpPr>
        <p:spPr/>
        <p:txBody>
          <a:bodyPr/>
          <a:lstStyle/>
          <a:p>
            <a:r>
              <a:rPr lang="en-US"/>
              <a:t>0th REVIEW         173030211           Department of CSE</a:t>
            </a:r>
          </a:p>
        </p:txBody>
      </p:sp>
      <p:sp>
        <p:nvSpPr>
          <p:cNvPr id="9" name="Slide Number Placeholder 8">
            <a:extLst>
              <a:ext uri="{FF2B5EF4-FFF2-40B4-BE49-F238E27FC236}">
                <a16:creationId xmlns:a16="http://schemas.microsoft.com/office/drawing/2014/main" id="{6058466D-C960-00E9-B91E-E20525158DCC}"/>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951666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5EEF4A-08C3-1725-4505-63B90332E4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90D38A5-B84E-8DCB-3CEA-900D45C8584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16F078D-01B0-9071-5546-6BFF4A071C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85D85A-3465-384D-962A-D11BB8B39525}" type="datetime1">
              <a:rPr lang="en-IN" smtClean="0"/>
              <a:t>10-03-2026</a:t>
            </a:fld>
            <a:endParaRPr lang="en-US"/>
          </a:p>
        </p:txBody>
      </p:sp>
      <p:sp>
        <p:nvSpPr>
          <p:cNvPr id="5" name="Footer Placeholder 4">
            <a:extLst>
              <a:ext uri="{FF2B5EF4-FFF2-40B4-BE49-F238E27FC236}">
                <a16:creationId xmlns:a16="http://schemas.microsoft.com/office/drawing/2014/main" id="{3E063510-A0D8-83AF-2345-E0A8B79D5D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173030211           Department of CSE</a:t>
            </a:r>
          </a:p>
        </p:txBody>
      </p:sp>
      <p:sp>
        <p:nvSpPr>
          <p:cNvPr id="6" name="Slide Number Placeholder 5">
            <a:extLst>
              <a:ext uri="{FF2B5EF4-FFF2-40B4-BE49-F238E27FC236}">
                <a16:creationId xmlns:a16="http://schemas.microsoft.com/office/drawing/2014/main" id="{73B51A12-6174-66E3-0415-DA607E50CD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61B71F-4B40-8942-BB88-E0F5C0B46E10}" type="slidenum">
              <a:rPr lang="en-US" smtClean="0"/>
              <a:t>‹#›</a:t>
            </a:fld>
            <a:endParaRPr lang="en-US"/>
          </a:p>
        </p:txBody>
      </p:sp>
    </p:spTree>
    <p:extLst>
      <p:ext uri="{BB962C8B-B14F-4D97-AF65-F5344CB8AC3E}">
        <p14:creationId xmlns:p14="http://schemas.microsoft.com/office/powerpoint/2010/main" val="24808278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8B26EC2-0EF8-2F89-DF64-2685FD6393C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E29FC3-B99D-0056-3798-159705D113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A79F1E1-99D3-E959-A91B-BD6DF2599B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9F4C6E9-161C-B44B-AD70-8813DADCDED1}" type="datetime1">
              <a:rPr lang="en-IN" smtClean="0"/>
              <a:t>10-03-2026</a:t>
            </a:fld>
            <a:endParaRPr lang="en-US"/>
          </a:p>
        </p:txBody>
      </p:sp>
      <p:sp>
        <p:nvSpPr>
          <p:cNvPr id="5" name="Footer Placeholder 4">
            <a:extLst>
              <a:ext uri="{FF2B5EF4-FFF2-40B4-BE49-F238E27FC236}">
                <a16:creationId xmlns:a16="http://schemas.microsoft.com/office/drawing/2014/main" id="{44EC7260-A9B7-9847-6D81-8C797C4D5A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173030211           Department of CSE</a:t>
            </a:r>
          </a:p>
        </p:txBody>
      </p:sp>
      <p:sp>
        <p:nvSpPr>
          <p:cNvPr id="6" name="Slide Number Placeholder 5">
            <a:extLst>
              <a:ext uri="{FF2B5EF4-FFF2-40B4-BE49-F238E27FC236}">
                <a16:creationId xmlns:a16="http://schemas.microsoft.com/office/drawing/2014/main" id="{AD527894-99B0-6303-77B2-C1C210EE22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96F81-1074-6B40-A92F-A06CCD3B4178}" type="slidenum">
              <a:rPr lang="en-US" smtClean="0"/>
              <a:t>‹#›</a:t>
            </a:fld>
            <a:endParaRPr lang="en-US"/>
          </a:p>
        </p:txBody>
      </p:sp>
    </p:spTree>
    <p:extLst>
      <p:ext uri="{BB962C8B-B14F-4D97-AF65-F5344CB8AC3E}">
        <p14:creationId xmlns:p14="http://schemas.microsoft.com/office/powerpoint/2010/main" val="22184843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00A09-BF95-A121-71A4-33FFE91ACA86}"/>
              </a:ext>
            </a:extLst>
          </p:cNvPr>
          <p:cNvSpPr>
            <a:spLocks noGrp="1"/>
          </p:cNvSpPr>
          <p:nvPr>
            <p:ph type="title"/>
          </p:nvPr>
        </p:nvSpPr>
        <p:spPr>
          <a:xfrm>
            <a:off x="494057" y="136525"/>
            <a:ext cx="11543614" cy="1128381"/>
          </a:xfrm>
        </p:spPr>
        <p:txBody>
          <a:bodyPr>
            <a:noAutofit/>
          </a:bodyPr>
          <a:lstStyle/>
          <a:p>
            <a:pPr algn="ctr">
              <a:lnSpc>
                <a:spcPct val="100000"/>
              </a:lnSpc>
            </a:pPr>
            <a:r>
              <a:rPr lang="en-US" sz="2400" dirty="0">
                <a:solidFill>
                  <a:srgbClr val="0070C0"/>
                </a:solidFill>
                <a:latin typeface="+mn-lt"/>
                <a:cs typeface="Arial" panose="020B0604020202020204" pitchFamily="34" charset="0"/>
              </a:rPr>
              <a:t>TITLE:MULTI - STORE GROCERY PRICE COMPARISION SYSTEM</a:t>
            </a:r>
            <a:br>
              <a:rPr lang="en-US" sz="2400" dirty="0">
                <a:solidFill>
                  <a:srgbClr val="0070C0"/>
                </a:solidFill>
                <a:latin typeface="+mn-lt"/>
                <a:cs typeface="Arial" panose="020B0604020202020204" pitchFamily="34" charset="0"/>
              </a:rPr>
            </a:br>
            <a:endParaRPr lang="en-US" sz="28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AEAE0CE-45A1-A1FF-31F4-66CECAEF3059}"/>
              </a:ext>
            </a:extLst>
          </p:cNvPr>
          <p:cNvSpPr>
            <a:spLocks noGrp="1"/>
          </p:cNvSpPr>
          <p:nvPr>
            <p:ph sz="half" idx="1"/>
          </p:nvPr>
        </p:nvSpPr>
        <p:spPr>
          <a:xfrm>
            <a:off x="838200" y="1150130"/>
            <a:ext cx="10515600" cy="1097555"/>
          </a:xfrm>
        </p:spPr>
        <p:txBody>
          <a:bodyPr>
            <a:normAutofit fontScale="25000" lnSpcReduction="20000"/>
          </a:bodyPr>
          <a:lstStyle/>
          <a:p>
            <a:pPr marL="0" indent="0" algn="ctr">
              <a:buNone/>
            </a:pPr>
            <a:r>
              <a:rPr lang="en-US" sz="9600" dirty="0"/>
              <a:t>Student Name: Shreenitha</a:t>
            </a:r>
          </a:p>
          <a:p>
            <a:pPr marL="0" indent="0" algn="ctr">
              <a:buNone/>
            </a:pPr>
            <a:r>
              <a:rPr lang="en-US" sz="9600" dirty="0"/>
              <a:t>Student ID: 2520030504</a:t>
            </a:r>
            <a:endParaRPr lang="en-US" sz="2400" dirty="0"/>
          </a:p>
          <a:p>
            <a:pPr marL="0" indent="0" algn="ctr">
              <a:buNone/>
            </a:pPr>
            <a:r>
              <a:rPr lang="en-US" sz="11200" dirty="0"/>
              <a:t>Cluster:4</a:t>
            </a:r>
          </a:p>
          <a:p>
            <a:pPr marL="0" indent="0" algn="ctr">
              <a:buNone/>
            </a:pPr>
            <a:r>
              <a:rPr lang="en-US" sz="11200" dirty="0"/>
              <a:t>Section: 14</a:t>
            </a:r>
          </a:p>
        </p:txBody>
      </p:sp>
      <p:sp>
        <p:nvSpPr>
          <p:cNvPr id="6" name="Date Placeholder 5">
            <a:extLst>
              <a:ext uri="{FF2B5EF4-FFF2-40B4-BE49-F238E27FC236}">
                <a16:creationId xmlns:a16="http://schemas.microsoft.com/office/drawing/2014/main" id="{024CF11E-4EBB-004C-8FD7-152B8D16D8B6}"/>
              </a:ext>
            </a:extLst>
          </p:cNvPr>
          <p:cNvSpPr>
            <a:spLocks noGrp="1"/>
          </p:cNvSpPr>
          <p:nvPr>
            <p:ph type="dt" sz="half" idx="10"/>
          </p:nvPr>
        </p:nvSpPr>
        <p:spPr/>
        <p:txBody>
          <a:bodyPr/>
          <a:lstStyle/>
          <a:p>
            <a:fld id="{D4ABCEED-36AB-D94A-B562-4D3E096B39D1}" type="datetime1">
              <a:rPr lang="en-IN" smtClean="0"/>
              <a:t>10-03-2026</a:t>
            </a:fld>
            <a:endParaRPr lang="en-US"/>
          </a:p>
        </p:txBody>
      </p:sp>
      <p:pic>
        <p:nvPicPr>
          <p:cNvPr id="12" name="Picture 11" descr="A picture containing shape&#10;&#10;Description automatically generated">
            <a:extLst>
              <a:ext uri="{FF2B5EF4-FFF2-40B4-BE49-F238E27FC236}">
                <a16:creationId xmlns:a16="http://schemas.microsoft.com/office/drawing/2014/main" id="{22EBCDF0-8C0C-C908-85EA-FD8A72825B21}"/>
              </a:ext>
            </a:extLst>
          </p:cNvPr>
          <p:cNvPicPr>
            <a:picLocks noChangeAspect="1"/>
          </p:cNvPicPr>
          <p:nvPr/>
        </p:nvPicPr>
        <p:blipFill>
          <a:blip r:embed="rId2"/>
          <a:stretch>
            <a:fillRect/>
          </a:stretch>
        </p:blipFill>
        <p:spPr>
          <a:xfrm>
            <a:off x="5356361" y="5015918"/>
            <a:ext cx="1725712" cy="930978"/>
          </a:xfrm>
          <a:prstGeom prst="rect">
            <a:avLst/>
          </a:prstGeom>
        </p:spPr>
      </p:pic>
      <p:sp>
        <p:nvSpPr>
          <p:cNvPr id="13" name="Content Placeholder 3">
            <a:extLst>
              <a:ext uri="{FF2B5EF4-FFF2-40B4-BE49-F238E27FC236}">
                <a16:creationId xmlns:a16="http://schemas.microsoft.com/office/drawing/2014/main" id="{3F9DE7D0-41AC-90DD-3065-235240261B1B}"/>
              </a:ext>
            </a:extLst>
          </p:cNvPr>
          <p:cNvSpPr txBox="1">
            <a:spLocks/>
          </p:cNvSpPr>
          <p:nvPr/>
        </p:nvSpPr>
        <p:spPr>
          <a:xfrm>
            <a:off x="838200" y="3332480"/>
            <a:ext cx="11199471" cy="1571945"/>
          </a:xfrm>
          <a:prstGeom prst="rect">
            <a:avLst/>
          </a:prstGeom>
        </p:spPr>
        <p:txBody>
          <a:bodyPr vert="horz" lIns="91440" tIns="45720" rIns="91440" bIns="45720" rtlCol="0">
            <a:normAutofit fontScale="2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8600" dirty="0"/>
              <a:t>Under the Guidance </a:t>
            </a:r>
          </a:p>
          <a:p>
            <a:pPr marL="0" indent="0" algn="ctr">
              <a:buNone/>
            </a:pPr>
            <a:r>
              <a:rPr lang="en-US" sz="8600" dirty="0"/>
              <a:t>of </a:t>
            </a:r>
            <a:endParaRPr lang="en-US" sz="8600" dirty="0">
              <a:solidFill>
                <a:srgbClr val="00B050"/>
              </a:solidFill>
            </a:endParaRPr>
          </a:p>
          <a:p>
            <a:pPr marL="0" indent="0" algn="ctr">
              <a:buNone/>
            </a:pPr>
            <a:r>
              <a:rPr lang="en-US" sz="8600" dirty="0">
                <a:solidFill>
                  <a:srgbClr val="00B050"/>
                </a:solidFill>
              </a:rPr>
              <a:t>Supervisor Name: NM Deepika</a:t>
            </a:r>
          </a:p>
          <a:p>
            <a:pPr marL="0" indent="0" algn="ctr">
              <a:buNone/>
            </a:pPr>
            <a:r>
              <a:rPr lang="en-US" sz="8600" dirty="0">
                <a:solidFill>
                  <a:srgbClr val="00B050"/>
                </a:solidFill>
              </a:rPr>
              <a:t>Assistant Professor</a:t>
            </a:r>
          </a:p>
          <a:p>
            <a:pPr marL="0" indent="0" algn="ctr">
              <a:buNone/>
            </a:pPr>
            <a:r>
              <a:rPr lang="en-US" sz="8600" dirty="0">
                <a:solidFill>
                  <a:srgbClr val="00B050"/>
                </a:solidFill>
              </a:rPr>
              <a:t>Department of CSE</a:t>
            </a:r>
          </a:p>
          <a:p>
            <a:pPr marL="0" indent="0">
              <a:buFont typeface="Arial" panose="020B0604020202020204" pitchFamily="34" charset="0"/>
              <a:buNone/>
            </a:pPr>
            <a:endParaRPr lang="en-US" sz="2400" dirty="0">
              <a:solidFill>
                <a:srgbClr val="00B050"/>
              </a:solidFill>
            </a:endParaRPr>
          </a:p>
        </p:txBody>
      </p:sp>
      <p:sp>
        <p:nvSpPr>
          <p:cNvPr id="5" name="Slide Number Placeholder 4">
            <a:extLst>
              <a:ext uri="{FF2B5EF4-FFF2-40B4-BE49-F238E27FC236}">
                <a16:creationId xmlns:a16="http://schemas.microsoft.com/office/drawing/2014/main" id="{8A4C03D2-3952-BF4D-18CA-C2C8547E2A2A}"/>
              </a:ext>
            </a:extLst>
          </p:cNvPr>
          <p:cNvSpPr>
            <a:spLocks noGrp="1"/>
          </p:cNvSpPr>
          <p:nvPr>
            <p:ph type="sldNum" sz="quarter" idx="12"/>
          </p:nvPr>
        </p:nvSpPr>
        <p:spPr/>
        <p:txBody>
          <a:bodyPr/>
          <a:lstStyle/>
          <a:p>
            <a:fld id="{B961B71F-4B40-8942-BB88-E0F5C0B46E10}" type="slidenum">
              <a:rPr lang="en-US" smtClean="0"/>
              <a:t>1</a:t>
            </a:fld>
            <a:endParaRPr lang="en-US"/>
          </a:p>
        </p:txBody>
      </p:sp>
    </p:spTree>
    <p:extLst>
      <p:ext uri="{BB962C8B-B14F-4D97-AF65-F5344CB8AC3E}">
        <p14:creationId xmlns:p14="http://schemas.microsoft.com/office/powerpoint/2010/main" val="10170163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t>OUTLINE</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1493134"/>
            <a:ext cx="10515600" cy="4683829"/>
          </a:xfrm>
        </p:spPr>
        <p:txBody>
          <a:bodyPr>
            <a:normAutofit fontScale="62500" lnSpcReduction="20000"/>
          </a:bodyPr>
          <a:lstStyle/>
          <a:p>
            <a:pPr marL="514350" indent="-514350">
              <a:buFont typeface="+mj-lt"/>
              <a:buAutoNum type="arabicPeriod"/>
            </a:pPr>
            <a:r>
              <a:rPr lang="en-IN" dirty="0"/>
              <a:t>Abstract</a:t>
            </a:r>
          </a:p>
          <a:p>
            <a:pPr marL="514350" indent="-514350">
              <a:buFont typeface="+mj-lt"/>
              <a:buAutoNum type="arabicPeriod"/>
            </a:pPr>
            <a:r>
              <a:rPr lang="en-IN" dirty="0"/>
              <a:t>Existing System </a:t>
            </a:r>
          </a:p>
          <a:p>
            <a:pPr marL="514350" indent="-514350">
              <a:buFont typeface="+mj-lt"/>
              <a:buAutoNum type="arabicPeriod"/>
            </a:pPr>
            <a:r>
              <a:rPr lang="en-IN" dirty="0"/>
              <a:t>Proposed System</a:t>
            </a:r>
          </a:p>
          <a:p>
            <a:pPr marL="514350" indent="-514350">
              <a:buFont typeface="+mj-lt"/>
              <a:buAutoNum type="arabicPeriod"/>
            </a:pPr>
            <a:r>
              <a:rPr lang="en-IN" dirty="0"/>
              <a:t>System Architecture</a:t>
            </a:r>
          </a:p>
          <a:p>
            <a:pPr marL="514350" indent="-514350">
              <a:buFont typeface="+mj-lt"/>
              <a:buAutoNum type="arabicPeriod"/>
            </a:pPr>
            <a:r>
              <a:rPr lang="en-IN" dirty="0"/>
              <a:t>Project Modules</a:t>
            </a:r>
          </a:p>
          <a:p>
            <a:pPr marL="514350" indent="-514350">
              <a:buFont typeface="+mj-lt"/>
              <a:buAutoNum type="arabicPeriod"/>
            </a:pPr>
            <a:r>
              <a:rPr lang="en-IN" dirty="0"/>
              <a:t>Objectives </a:t>
            </a:r>
          </a:p>
          <a:p>
            <a:pPr marL="514350" indent="-514350">
              <a:buFont typeface="+mj-lt"/>
              <a:buAutoNum type="arabicPeriod"/>
            </a:pPr>
            <a:r>
              <a:rPr lang="en-IN" dirty="0"/>
              <a:t>Co’s Attainments - FWD</a:t>
            </a:r>
          </a:p>
          <a:p>
            <a:pPr marL="971550" lvl="1" indent="-514350">
              <a:buFont typeface="+mj-lt"/>
              <a:buAutoNum type="arabicPeriod"/>
            </a:pPr>
            <a:r>
              <a:rPr lang="en-IN" dirty="0"/>
              <a:t>Co1</a:t>
            </a:r>
          </a:p>
          <a:p>
            <a:pPr marL="971550" lvl="1" indent="-514350">
              <a:buFont typeface="+mj-lt"/>
              <a:buAutoNum type="arabicPeriod"/>
            </a:pPr>
            <a:r>
              <a:rPr lang="en-IN" dirty="0"/>
              <a:t>Co2 …….. 5. Co5</a:t>
            </a:r>
          </a:p>
          <a:p>
            <a:pPr marL="514350" indent="-514350">
              <a:buFont typeface="+mj-lt"/>
              <a:buAutoNum type="arabicPeriod"/>
            </a:pPr>
            <a:r>
              <a:rPr lang="en-IN" dirty="0"/>
              <a:t>Co’s Attainments - DSA</a:t>
            </a:r>
          </a:p>
          <a:p>
            <a:pPr marL="971550" lvl="1" indent="-514350">
              <a:buFont typeface="+mj-lt"/>
              <a:buAutoNum type="arabicPeriod"/>
            </a:pPr>
            <a:r>
              <a:rPr lang="en-IN" dirty="0"/>
              <a:t>Co1</a:t>
            </a:r>
          </a:p>
          <a:p>
            <a:pPr marL="971550" lvl="1" indent="-514350">
              <a:buFont typeface="+mj-lt"/>
              <a:buAutoNum type="arabicPeriod"/>
            </a:pPr>
            <a:r>
              <a:rPr lang="en-IN" dirty="0"/>
              <a:t>Co2 …….. 5. Co5</a:t>
            </a:r>
          </a:p>
          <a:p>
            <a:pPr marL="514350" indent="-514350">
              <a:buFont typeface="+mj-lt"/>
              <a:buAutoNum type="arabicPeriod"/>
            </a:pPr>
            <a:r>
              <a:rPr lang="en-IN" dirty="0"/>
              <a:t>Screen Shots for FWD &amp; DSA</a:t>
            </a:r>
          </a:p>
          <a:p>
            <a:pPr marL="514350" indent="-514350">
              <a:buFont typeface="+mj-lt"/>
              <a:buAutoNum type="arabicPeriod"/>
            </a:pPr>
            <a:r>
              <a:rPr lang="en-IN" dirty="0"/>
              <a:t>Conclusion</a:t>
            </a:r>
          </a:p>
          <a:p>
            <a:pPr marL="514350" indent="-514350">
              <a:buFont typeface="+mj-lt"/>
              <a:buAutoNum type="arabicPeriod"/>
            </a:pPr>
            <a:r>
              <a:rPr lang="en-IN" dirty="0"/>
              <a:t>Geo-Tagged Photos</a:t>
            </a:r>
          </a:p>
          <a:p>
            <a:pPr marL="514350" indent="-514350">
              <a:buFont typeface="+mj-lt"/>
              <a:buAutoNum type="arabicPeriod"/>
            </a:pPr>
            <a:endParaRPr lang="en-IN" dirty="0"/>
          </a:p>
          <a:p>
            <a:endParaRPr lang="en-US" dirty="0"/>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5D381120-93CB-BF4D-9125-DC4781C9106A}" type="datetime1">
              <a:rPr lang="en-IN" smtClean="0"/>
              <a:t>10-03-2026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2</a:t>
            </a:fld>
            <a:endParaRPr lang="en-US"/>
          </a:p>
        </p:txBody>
      </p:sp>
    </p:spTree>
    <p:extLst>
      <p:ext uri="{BB962C8B-B14F-4D97-AF65-F5344CB8AC3E}">
        <p14:creationId xmlns:p14="http://schemas.microsoft.com/office/powerpoint/2010/main" val="3262393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t>Abstract</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p:txBody>
          <a:bodyPr>
            <a:normAutofit/>
          </a:bodyPr>
          <a:lstStyle/>
          <a:p>
            <a:r>
              <a:rPr lang="en-US" dirty="0">
                <a:latin typeface="Times New Roman" panose="02020603050405020304" pitchFamily="18" charset="0"/>
                <a:cs typeface="Times New Roman" panose="02020603050405020304" pitchFamily="18" charset="0"/>
              </a:rPr>
              <a:t>The </a:t>
            </a:r>
            <a:r>
              <a:rPr lang="en-US" b="1" dirty="0">
                <a:latin typeface="Times New Roman" panose="02020603050405020304" pitchFamily="18" charset="0"/>
                <a:cs typeface="Times New Roman" panose="02020603050405020304" pitchFamily="18" charset="0"/>
              </a:rPr>
              <a:t>Grocery Compare</a:t>
            </a:r>
            <a:r>
              <a:rPr lang="en-US" dirty="0">
                <a:latin typeface="Times New Roman" panose="02020603050405020304" pitchFamily="18" charset="0"/>
                <a:cs typeface="Times New Roman" panose="02020603050405020304" pitchFamily="18" charset="0"/>
              </a:rPr>
              <a:t> project is a web-based application designed to help users compare grocery prices across multiple nearby stores and select the most affordable option. The system displays a variety of grocery products along with their prices from different stores, allowing users to easily identify the best deals. Products are organized into categories such as vegetables, fruits, grains, dairy, and other daily essentials to make browsing simple and efficient.</a:t>
            </a: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20A639D7-EAE1-7C4A-AC63-30DD6B16DE20}" type="datetime1">
              <a:rPr lang="en-IN" smtClean="0"/>
              <a:t>10-03-2026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3</a:t>
            </a:fld>
            <a:endParaRPr lang="en-US"/>
          </a:p>
        </p:txBody>
      </p:sp>
    </p:spTree>
    <p:extLst>
      <p:ext uri="{BB962C8B-B14F-4D97-AF65-F5344CB8AC3E}">
        <p14:creationId xmlns:p14="http://schemas.microsoft.com/office/powerpoint/2010/main" val="27157837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15FD1D-563E-3B1B-29E0-C4A055A0DD66}"/>
              </a:ext>
            </a:extLst>
          </p:cNvPr>
          <p:cNvSpPr>
            <a:spLocks noGrp="1"/>
          </p:cNvSpPr>
          <p:nvPr>
            <p:ph type="title"/>
          </p:nvPr>
        </p:nvSpPr>
        <p:spPr/>
        <p:txBody>
          <a:bodyPr/>
          <a:lstStyle/>
          <a:p>
            <a:br>
              <a:rPr lang="en-IN" dirty="0"/>
            </a:br>
            <a:endParaRPr lang="en-IN" dirty="0"/>
          </a:p>
        </p:txBody>
      </p:sp>
      <p:sp>
        <p:nvSpPr>
          <p:cNvPr id="3" name="Content Placeholder 2">
            <a:extLst>
              <a:ext uri="{FF2B5EF4-FFF2-40B4-BE49-F238E27FC236}">
                <a16:creationId xmlns:a16="http://schemas.microsoft.com/office/drawing/2014/main" id="{A7A41607-FE39-62CC-8E74-3AA935FDFBA6}"/>
              </a:ext>
            </a:extLst>
          </p:cNvPr>
          <p:cNvSpPr>
            <a:spLocks noGrp="1"/>
          </p:cNvSpPr>
          <p:nvPr>
            <p:ph idx="1"/>
          </p:nvPr>
        </p:nvSpPr>
        <p:spPr>
          <a:xfrm>
            <a:off x="398834" y="1264596"/>
            <a:ext cx="10954966" cy="4912367"/>
          </a:xfrm>
        </p:spPr>
        <p:txBody>
          <a:bodyPr>
            <a:normAutofit/>
          </a:bodyPr>
          <a:lstStyle/>
          <a:p>
            <a:r>
              <a:rPr lang="en-US" dirty="0">
                <a:latin typeface="Times New Roman" panose="02020603050405020304" pitchFamily="18" charset="0"/>
                <a:cs typeface="Times New Roman" panose="02020603050405020304" pitchFamily="18" charset="0"/>
              </a:rPr>
              <a:t>The main objective of this project is to simplify grocery shopping by providing transparent price comparisons, helping users save money and make better purchasing decisions. The platform also provides additional features such as product search, category filtering, shopping cart management, and order summary. The system also estimates delivery time and displays order tracking after confirmation. The project demonstrates the use of modern web technologies such as HTML, CSS, and JavaScript to create an interactive and user-friendly shopping platform.</a:t>
            </a:r>
            <a:endParaRPr lang="en-IN"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744436A7-73C7-87FC-9EC6-B472BCD6136F}"/>
              </a:ext>
            </a:extLst>
          </p:cNvPr>
          <p:cNvSpPr>
            <a:spLocks noGrp="1"/>
          </p:cNvSpPr>
          <p:nvPr>
            <p:ph type="dt" sz="half" idx="10"/>
          </p:nvPr>
        </p:nvSpPr>
        <p:spPr/>
        <p:txBody>
          <a:bodyPr/>
          <a:lstStyle/>
          <a:p>
            <a:fld id="{9C5272DB-0103-AF4C-A22D-07421EC406AD}" type="datetime1">
              <a:rPr lang="en-IN" smtClean="0"/>
              <a:t>10-03-2026</a:t>
            </a:fld>
            <a:endParaRPr lang="en-US"/>
          </a:p>
        </p:txBody>
      </p:sp>
      <p:sp>
        <p:nvSpPr>
          <p:cNvPr id="5" name="Footer Placeholder 4">
            <a:extLst>
              <a:ext uri="{FF2B5EF4-FFF2-40B4-BE49-F238E27FC236}">
                <a16:creationId xmlns:a16="http://schemas.microsoft.com/office/drawing/2014/main" id="{556A3602-F51C-9D6F-4E5E-464FB2C5DA53}"/>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2E2F4220-2EF8-206E-1ACF-1A7EFC8B6B0C}"/>
              </a:ext>
            </a:extLst>
          </p:cNvPr>
          <p:cNvSpPr>
            <a:spLocks noGrp="1"/>
          </p:cNvSpPr>
          <p:nvPr>
            <p:ph type="sldNum" sz="quarter" idx="12"/>
          </p:nvPr>
        </p:nvSpPr>
        <p:spPr/>
        <p:txBody>
          <a:bodyPr/>
          <a:lstStyle/>
          <a:p>
            <a:fld id="{B961B71F-4B40-8942-BB88-E0F5C0B46E10}" type="slidenum">
              <a:rPr lang="en-US" smtClean="0"/>
              <a:t>4</a:t>
            </a:fld>
            <a:endParaRPr lang="en-US"/>
          </a:p>
        </p:txBody>
      </p:sp>
    </p:spTree>
    <p:extLst>
      <p:ext uri="{BB962C8B-B14F-4D97-AF65-F5344CB8AC3E}">
        <p14:creationId xmlns:p14="http://schemas.microsoft.com/office/powerpoint/2010/main" val="29089481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t>Existing System </a:t>
            </a: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22CB9F02-6AB8-A348-9013-8FCBB8174821}" type="datetime1">
              <a:rPr lang="en-IN" smtClean="0"/>
              <a:t>10-03-2026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5</a:t>
            </a:fld>
            <a:endParaRPr lang="en-US"/>
          </a:p>
        </p:txBody>
      </p:sp>
      <p:sp>
        <p:nvSpPr>
          <p:cNvPr id="2" name="Content Placeholder 1">
            <a:extLst>
              <a:ext uri="{FF2B5EF4-FFF2-40B4-BE49-F238E27FC236}">
                <a16:creationId xmlns:a16="http://schemas.microsoft.com/office/drawing/2014/main" id="{D42A7D20-3324-B7FA-EB4A-697CD0D1FB2C}"/>
              </a:ext>
            </a:extLst>
          </p:cNvPr>
          <p:cNvSpPr>
            <a:spLocks noGrp="1" noChangeArrowheads="1"/>
          </p:cNvSpPr>
          <p:nvPr>
            <p:ph idx="1"/>
          </p:nvPr>
        </p:nvSpPr>
        <p:spPr bwMode="auto">
          <a:xfrm>
            <a:off x="556426" y="2223885"/>
            <a:ext cx="10523377" cy="35548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FontTx/>
              <a:buChar char="•"/>
            </a:pPr>
            <a:r>
              <a:rPr lang="en-US" sz="2500" dirty="0">
                <a:latin typeface="Times New Roman" panose="02020603050405020304" pitchFamily="18" charset="0"/>
                <a:cs typeface="Times New Roman" panose="02020603050405020304" pitchFamily="18" charset="0"/>
              </a:rPr>
              <a:t>Customers usually visit multiple grocery stores physically to compare prices.</a:t>
            </a:r>
          </a:p>
          <a:p>
            <a:pPr marL="0" lvl="0" indent="0" eaLnBrk="0" fontAlgn="base" hangingPunct="0">
              <a:lnSpc>
                <a:spcPct val="100000"/>
              </a:lnSpc>
              <a:spcBef>
                <a:spcPct val="0"/>
              </a:spcBef>
              <a:spcAft>
                <a:spcPct val="0"/>
              </a:spcAft>
              <a:buFontTx/>
              <a:buChar char="•"/>
            </a:pP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There is no single platform to view prices of the same product from different nearby stores.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Price comparison takes more time and effort for customers.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Customers may buy products at higher prices due to lack of price information.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Managing shopping lists and calculating total cost manually can be inconvenient.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Many local stores do not provide digital platforms for easy product comparison.</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2500" dirty="0">
                <a:latin typeface="Times New Roman" panose="02020603050405020304" pitchFamily="18" charset="0"/>
                <a:cs typeface="Times New Roman" panose="02020603050405020304" pitchFamily="18" charset="0"/>
              </a:rPr>
              <a:t>No easy way to compare multiple store prices simultaneously</a:t>
            </a:r>
            <a:r>
              <a:rPr lang="en-US" altLang="en-US" sz="2400" dirty="0">
                <a:latin typeface="Times New Roman" panose="02020603050405020304" pitchFamily="18" charset="0"/>
                <a:cs typeface="Times New Roman" panose="02020603050405020304" pitchFamily="18" charset="0"/>
              </a:rPr>
              <a:t>.</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308333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DE7308-1D11-0801-FB87-8CFF8CD98E96}"/>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EAE696E-C5CB-1479-F98C-F7C2D0B7BED0}"/>
              </a:ext>
            </a:extLst>
          </p:cNvPr>
          <p:cNvSpPr>
            <a:spLocks noGrp="1"/>
          </p:cNvSpPr>
          <p:nvPr>
            <p:ph type="title"/>
          </p:nvPr>
        </p:nvSpPr>
        <p:spPr>
          <a:xfrm>
            <a:off x="1180618" y="365125"/>
            <a:ext cx="10173182" cy="1128009"/>
          </a:xfrm>
        </p:spPr>
        <p:txBody>
          <a:bodyPr/>
          <a:lstStyle/>
          <a:p>
            <a:pPr algn="ctr"/>
            <a:r>
              <a:rPr lang="en-US" b="1" dirty="0"/>
              <a:t>Proposed System</a:t>
            </a:r>
          </a:p>
        </p:txBody>
      </p:sp>
      <p:sp>
        <p:nvSpPr>
          <p:cNvPr id="5" name="Date Placeholder 4">
            <a:extLst>
              <a:ext uri="{FF2B5EF4-FFF2-40B4-BE49-F238E27FC236}">
                <a16:creationId xmlns:a16="http://schemas.microsoft.com/office/drawing/2014/main" id="{DBF95472-1444-D525-21F0-49779A036CF4}"/>
              </a:ext>
            </a:extLst>
          </p:cNvPr>
          <p:cNvSpPr>
            <a:spLocks noGrp="1"/>
          </p:cNvSpPr>
          <p:nvPr>
            <p:ph type="dt" sz="half" idx="10"/>
          </p:nvPr>
        </p:nvSpPr>
        <p:spPr/>
        <p:txBody>
          <a:bodyPr/>
          <a:lstStyle/>
          <a:p>
            <a:fld id="{20A639D7-EAE1-7C4A-AC63-30DD6B16DE20}" type="datetime1">
              <a:rPr lang="en-IN" smtClean="0"/>
              <a:t>10-03-2026</a:t>
            </a:fld>
            <a:endParaRPr lang="en-US"/>
          </a:p>
        </p:txBody>
      </p:sp>
      <p:sp>
        <p:nvSpPr>
          <p:cNvPr id="6" name="Footer Placeholder 5">
            <a:extLst>
              <a:ext uri="{FF2B5EF4-FFF2-40B4-BE49-F238E27FC236}">
                <a16:creationId xmlns:a16="http://schemas.microsoft.com/office/drawing/2014/main" id="{F5E105F9-7400-1835-C4B4-B38C94DE631B}"/>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F9D399E1-BA43-10D5-C92A-C058676C1ABA}"/>
              </a:ext>
            </a:extLst>
          </p:cNvPr>
          <p:cNvSpPr>
            <a:spLocks noGrp="1"/>
          </p:cNvSpPr>
          <p:nvPr>
            <p:ph type="sldNum" sz="quarter" idx="12"/>
          </p:nvPr>
        </p:nvSpPr>
        <p:spPr/>
        <p:txBody>
          <a:bodyPr/>
          <a:lstStyle/>
          <a:p>
            <a:fld id="{B961B71F-4B40-8942-BB88-E0F5C0B46E10}" type="slidenum">
              <a:rPr lang="en-US" smtClean="0"/>
              <a:t>6</a:t>
            </a:fld>
            <a:endParaRPr lang="en-US"/>
          </a:p>
        </p:txBody>
      </p:sp>
      <p:sp>
        <p:nvSpPr>
          <p:cNvPr id="2" name="Content Placeholder 1">
            <a:extLst>
              <a:ext uri="{FF2B5EF4-FFF2-40B4-BE49-F238E27FC236}">
                <a16:creationId xmlns:a16="http://schemas.microsoft.com/office/drawing/2014/main" id="{03913547-A122-D355-B7D7-0078672A24DE}"/>
              </a:ext>
            </a:extLst>
          </p:cNvPr>
          <p:cNvSpPr>
            <a:spLocks noGrp="1" noChangeArrowheads="1"/>
          </p:cNvSpPr>
          <p:nvPr>
            <p:ph idx="1"/>
          </p:nvPr>
        </p:nvSpPr>
        <p:spPr bwMode="auto">
          <a:xfrm>
            <a:off x="486384" y="2031524"/>
            <a:ext cx="11271608" cy="39395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Grocery Compare system provides a platform to compare prices of grocery items from multiple nearby stores.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Users can view different products along with prices from various stores in one place.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allows users to select the cheapest or preferred store for each product.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Users can add items to a cart and view the total cost before purchasing.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application supports product search, category filtering, and easy navigation.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Users can place orders and choose payment methods such as UPI, card, or cash on delivery.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helps customers save time and money by providing transparent price comparison.</a:t>
            </a:r>
          </a:p>
        </p:txBody>
      </p:sp>
    </p:spTree>
    <p:extLst>
      <p:ext uri="{BB962C8B-B14F-4D97-AF65-F5344CB8AC3E}">
        <p14:creationId xmlns:p14="http://schemas.microsoft.com/office/powerpoint/2010/main" val="32054848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DA1740-4A22-BB35-FC5B-E9B78149554C}"/>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C17383E4-A635-5D2C-0BA9-6A9D4A506E92}"/>
              </a:ext>
            </a:extLst>
          </p:cNvPr>
          <p:cNvSpPr>
            <a:spLocks noGrp="1"/>
          </p:cNvSpPr>
          <p:nvPr>
            <p:ph type="title"/>
          </p:nvPr>
        </p:nvSpPr>
        <p:spPr>
          <a:xfrm>
            <a:off x="1180618" y="365125"/>
            <a:ext cx="10173182" cy="1128009"/>
          </a:xfrm>
        </p:spPr>
        <p:txBody>
          <a:bodyPr>
            <a:normAutofit fontScale="90000"/>
          </a:bodyPr>
          <a:lstStyle/>
          <a:p>
            <a:pPr algn="ctr"/>
            <a:br>
              <a:rPr lang="en-US" b="1" dirty="0"/>
            </a:br>
            <a:endParaRPr lang="en-US" b="1" dirty="0"/>
          </a:p>
        </p:txBody>
      </p:sp>
      <p:pic>
        <p:nvPicPr>
          <p:cNvPr id="3" name="Content Placeholder 2">
            <a:extLst>
              <a:ext uri="{FF2B5EF4-FFF2-40B4-BE49-F238E27FC236}">
                <a16:creationId xmlns:a16="http://schemas.microsoft.com/office/drawing/2014/main" id="{1880E69A-FBBF-FB92-A254-4F753E76C43E}"/>
              </a:ext>
            </a:extLst>
          </p:cNvPr>
          <p:cNvPicPr>
            <a:picLocks noGrp="1" noChangeAspect="1"/>
          </p:cNvPicPr>
          <p:nvPr>
            <p:ph idx="1"/>
          </p:nvPr>
        </p:nvPicPr>
        <p:blipFill>
          <a:blip r:embed="rId2"/>
          <a:stretch>
            <a:fillRect/>
          </a:stretch>
        </p:blipFill>
        <p:spPr>
          <a:xfrm>
            <a:off x="389106" y="875489"/>
            <a:ext cx="11206264" cy="5480861"/>
          </a:xfrm>
          <a:prstGeom prst="rect">
            <a:avLst/>
          </a:prstGeom>
        </p:spPr>
      </p:pic>
      <p:sp>
        <p:nvSpPr>
          <p:cNvPr id="5" name="Date Placeholder 4">
            <a:extLst>
              <a:ext uri="{FF2B5EF4-FFF2-40B4-BE49-F238E27FC236}">
                <a16:creationId xmlns:a16="http://schemas.microsoft.com/office/drawing/2014/main" id="{ABAD3843-97BD-682A-B84E-8FDB1825801E}"/>
              </a:ext>
            </a:extLst>
          </p:cNvPr>
          <p:cNvSpPr>
            <a:spLocks noGrp="1"/>
          </p:cNvSpPr>
          <p:nvPr>
            <p:ph type="dt" sz="half" idx="10"/>
          </p:nvPr>
        </p:nvSpPr>
        <p:spPr/>
        <p:txBody>
          <a:bodyPr/>
          <a:lstStyle/>
          <a:p>
            <a:fld id="{20A639D7-EAE1-7C4A-AC63-30DD6B16DE20}" type="datetime1">
              <a:rPr lang="en-IN" smtClean="0"/>
              <a:t>10-03-2026</a:t>
            </a:fld>
            <a:endParaRPr lang="en-US"/>
          </a:p>
        </p:txBody>
      </p:sp>
      <p:sp>
        <p:nvSpPr>
          <p:cNvPr id="6" name="Footer Placeholder 5">
            <a:extLst>
              <a:ext uri="{FF2B5EF4-FFF2-40B4-BE49-F238E27FC236}">
                <a16:creationId xmlns:a16="http://schemas.microsoft.com/office/drawing/2014/main" id="{8AA237BD-B76F-738D-5648-B271AAD57998}"/>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27B2409B-FFAD-25CD-834C-0C2CA4A71B30}"/>
              </a:ext>
            </a:extLst>
          </p:cNvPr>
          <p:cNvSpPr>
            <a:spLocks noGrp="1"/>
          </p:cNvSpPr>
          <p:nvPr>
            <p:ph type="sldNum" sz="quarter" idx="12"/>
          </p:nvPr>
        </p:nvSpPr>
        <p:spPr/>
        <p:txBody>
          <a:bodyPr/>
          <a:lstStyle/>
          <a:p>
            <a:fld id="{B961B71F-4B40-8942-BB88-E0F5C0B46E10}" type="slidenum">
              <a:rPr lang="en-US" smtClean="0"/>
              <a:t>7</a:t>
            </a:fld>
            <a:endParaRPr lang="en-US"/>
          </a:p>
        </p:txBody>
      </p:sp>
    </p:spTree>
    <p:extLst>
      <p:ext uri="{BB962C8B-B14F-4D97-AF65-F5344CB8AC3E}">
        <p14:creationId xmlns:p14="http://schemas.microsoft.com/office/powerpoint/2010/main" val="34890111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103485-1CDC-6A29-86F1-EC5F9BB7E72B}"/>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F8E0586-CE85-480D-585E-FCD3C3448CF2}"/>
              </a:ext>
            </a:extLst>
          </p:cNvPr>
          <p:cNvSpPr>
            <a:spLocks noGrp="1"/>
          </p:cNvSpPr>
          <p:nvPr>
            <p:ph type="title"/>
          </p:nvPr>
        </p:nvSpPr>
        <p:spPr>
          <a:xfrm>
            <a:off x="1180618" y="365125"/>
            <a:ext cx="10173182" cy="1128009"/>
          </a:xfrm>
        </p:spPr>
        <p:txBody>
          <a:bodyPr/>
          <a:lstStyle/>
          <a:p>
            <a:pPr algn="ctr"/>
            <a:r>
              <a:rPr lang="en-US" b="1" dirty="0"/>
              <a:t>Project Modules</a:t>
            </a:r>
          </a:p>
        </p:txBody>
      </p:sp>
      <p:sp>
        <p:nvSpPr>
          <p:cNvPr id="9" name="Content Placeholder 8">
            <a:extLst>
              <a:ext uri="{FF2B5EF4-FFF2-40B4-BE49-F238E27FC236}">
                <a16:creationId xmlns:a16="http://schemas.microsoft.com/office/drawing/2014/main" id="{1890F206-B37F-761D-F471-0BF91F889799}"/>
              </a:ext>
            </a:extLst>
          </p:cNvPr>
          <p:cNvSpPr>
            <a:spLocks noGrp="1"/>
          </p:cNvSpPr>
          <p:nvPr>
            <p:ph idx="1"/>
          </p:nvPr>
        </p:nvSpPr>
        <p:spPr/>
        <p:txBody>
          <a:bodyPr>
            <a:normAutofit fontScale="92500"/>
          </a:bodyPr>
          <a:lstStyle/>
          <a:p>
            <a:pPr marL="0" indent="0">
              <a:buNone/>
            </a:pPr>
            <a:r>
              <a:rPr lang="en-US" sz="2700" b="1" dirty="0">
                <a:latin typeface="Times New Roman" panose="02020603050405020304" pitchFamily="18" charset="0"/>
                <a:cs typeface="Times New Roman" panose="02020603050405020304" pitchFamily="18" charset="0"/>
              </a:rPr>
              <a:t>1.User Registration and Login Module</a:t>
            </a:r>
          </a:p>
          <a:p>
            <a:r>
              <a:rPr lang="en-US" sz="2700" dirty="0">
                <a:latin typeface="Times New Roman" panose="02020603050405020304" pitchFamily="18" charset="0"/>
                <a:cs typeface="Times New Roman" panose="02020603050405020304" pitchFamily="18" charset="0"/>
              </a:rPr>
              <a:t>Allows users to create an account and log in to the system.</a:t>
            </a:r>
          </a:p>
          <a:p>
            <a:r>
              <a:rPr lang="en-US" sz="2700" dirty="0">
                <a:latin typeface="Times New Roman" panose="02020603050405020304" pitchFamily="18" charset="0"/>
                <a:cs typeface="Times New Roman" panose="02020603050405020304" pitchFamily="18" charset="0"/>
              </a:rPr>
              <a:t>Stores user details securely in the database.</a:t>
            </a:r>
          </a:p>
          <a:p>
            <a:pPr marL="0" indent="0">
              <a:buNone/>
            </a:pPr>
            <a:r>
              <a:rPr lang="en-US" sz="2700" b="1" dirty="0">
                <a:latin typeface="Times New Roman" panose="02020603050405020304" pitchFamily="18" charset="0"/>
                <a:cs typeface="Times New Roman" panose="02020603050405020304" pitchFamily="18" charset="0"/>
              </a:rPr>
              <a:t>2. Product Management Module</a:t>
            </a:r>
          </a:p>
          <a:p>
            <a:r>
              <a:rPr lang="en-US" sz="2700" dirty="0">
                <a:latin typeface="Times New Roman" panose="02020603050405020304" pitchFamily="18" charset="0"/>
                <a:cs typeface="Times New Roman" panose="02020603050405020304" pitchFamily="18" charset="0"/>
              </a:rPr>
              <a:t>Displays different grocery items available in the system.</a:t>
            </a:r>
          </a:p>
          <a:p>
            <a:r>
              <a:rPr lang="en-US" sz="2700" dirty="0">
                <a:latin typeface="Times New Roman" panose="02020603050405020304" pitchFamily="18" charset="0"/>
                <a:cs typeface="Times New Roman" panose="02020603050405020304" pitchFamily="18" charset="0"/>
              </a:rPr>
              <a:t>Organizes products into categories like fruits, vegetables, dairy, and grains.</a:t>
            </a:r>
          </a:p>
          <a:p>
            <a:pPr marL="0" indent="0">
              <a:buNone/>
            </a:pPr>
            <a:r>
              <a:rPr lang="en-US" sz="2700" b="1" dirty="0">
                <a:latin typeface="Times New Roman" panose="02020603050405020304" pitchFamily="18" charset="0"/>
                <a:cs typeface="Times New Roman" panose="02020603050405020304" pitchFamily="18" charset="0"/>
              </a:rPr>
              <a:t>3. Store Management Module</a:t>
            </a:r>
          </a:p>
          <a:p>
            <a:r>
              <a:rPr lang="en-US" sz="2700" dirty="0">
                <a:latin typeface="Times New Roman" panose="02020603050405020304" pitchFamily="18" charset="0"/>
                <a:cs typeface="Times New Roman" panose="02020603050405020304" pitchFamily="18" charset="0"/>
              </a:rPr>
              <a:t>Stores information about different grocery stores.</a:t>
            </a:r>
          </a:p>
          <a:p>
            <a:r>
              <a:rPr lang="en-US" sz="2700" dirty="0">
                <a:latin typeface="Times New Roman" panose="02020603050405020304" pitchFamily="18" charset="0"/>
                <a:cs typeface="Times New Roman" panose="02020603050405020304" pitchFamily="18" charset="0"/>
              </a:rPr>
              <a:t>Maintains product prices and availability for each store.</a:t>
            </a:r>
          </a:p>
          <a:p>
            <a:endParaRPr lang="en-US" dirty="0"/>
          </a:p>
        </p:txBody>
      </p:sp>
      <p:sp>
        <p:nvSpPr>
          <p:cNvPr id="5" name="Date Placeholder 4">
            <a:extLst>
              <a:ext uri="{FF2B5EF4-FFF2-40B4-BE49-F238E27FC236}">
                <a16:creationId xmlns:a16="http://schemas.microsoft.com/office/drawing/2014/main" id="{919FF571-AABB-DBF0-2720-7F01DFDDF1CF}"/>
              </a:ext>
            </a:extLst>
          </p:cNvPr>
          <p:cNvSpPr>
            <a:spLocks noGrp="1"/>
          </p:cNvSpPr>
          <p:nvPr>
            <p:ph type="dt" sz="half" idx="10"/>
          </p:nvPr>
        </p:nvSpPr>
        <p:spPr/>
        <p:txBody>
          <a:bodyPr/>
          <a:lstStyle/>
          <a:p>
            <a:fld id="{20A639D7-EAE1-7C4A-AC63-30DD6B16DE20}" type="datetime1">
              <a:rPr lang="en-IN" smtClean="0"/>
              <a:t>10-03-2026</a:t>
            </a:fld>
            <a:endParaRPr lang="en-US"/>
          </a:p>
        </p:txBody>
      </p:sp>
      <p:sp>
        <p:nvSpPr>
          <p:cNvPr id="6" name="Footer Placeholder 5">
            <a:extLst>
              <a:ext uri="{FF2B5EF4-FFF2-40B4-BE49-F238E27FC236}">
                <a16:creationId xmlns:a16="http://schemas.microsoft.com/office/drawing/2014/main" id="{ECAF6678-7BBF-2FBC-8619-C887BD26D4F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E45A9859-4671-FF5D-1356-4CDA5C5CDEA3}"/>
              </a:ext>
            </a:extLst>
          </p:cNvPr>
          <p:cNvSpPr>
            <a:spLocks noGrp="1"/>
          </p:cNvSpPr>
          <p:nvPr>
            <p:ph type="sldNum" sz="quarter" idx="12"/>
          </p:nvPr>
        </p:nvSpPr>
        <p:spPr/>
        <p:txBody>
          <a:bodyPr/>
          <a:lstStyle/>
          <a:p>
            <a:fld id="{B961B71F-4B40-8942-BB88-E0F5C0B46E10}" type="slidenum">
              <a:rPr lang="en-US" smtClean="0"/>
              <a:t>8</a:t>
            </a:fld>
            <a:endParaRPr lang="en-US"/>
          </a:p>
        </p:txBody>
      </p:sp>
    </p:spTree>
    <p:extLst>
      <p:ext uri="{BB962C8B-B14F-4D97-AF65-F5344CB8AC3E}">
        <p14:creationId xmlns:p14="http://schemas.microsoft.com/office/powerpoint/2010/main" val="40729656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412DFB-6785-DDA7-110C-548DF91B15AF}"/>
              </a:ext>
            </a:extLst>
          </p:cNvPr>
          <p:cNvSpPr>
            <a:spLocks noGrp="1"/>
          </p:cNvSpPr>
          <p:nvPr>
            <p:ph type="title"/>
          </p:nvPr>
        </p:nvSpPr>
        <p:spPr/>
        <p:txBody>
          <a:bodyPr>
            <a:normAutofit fontScale="90000"/>
          </a:bodyPr>
          <a:lstStyle/>
          <a:p>
            <a:br>
              <a:rPr lang="en-IN" dirty="0"/>
            </a:br>
            <a:br>
              <a:rPr lang="en-IN" dirty="0"/>
            </a:br>
            <a:br>
              <a:rPr lang="en-IN" dirty="0"/>
            </a:br>
            <a:br>
              <a:rPr lang="en-IN" dirty="0"/>
            </a:br>
            <a:br>
              <a:rPr lang="en-IN" dirty="0"/>
            </a:br>
            <a:endParaRPr lang="en-IN" dirty="0"/>
          </a:p>
        </p:txBody>
      </p:sp>
      <p:sp>
        <p:nvSpPr>
          <p:cNvPr id="3" name="Content Placeholder 2">
            <a:extLst>
              <a:ext uri="{FF2B5EF4-FFF2-40B4-BE49-F238E27FC236}">
                <a16:creationId xmlns:a16="http://schemas.microsoft.com/office/drawing/2014/main" id="{5BF0D9B0-C3DB-E505-7500-E2D4BE1BDB51}"/>
              </a:ext>
            </a:extLst>
          </p:cNvPr>
          <p:cNvSpPr>
            <a:spLocks noGrp="1"/>
          </p:cNvSpPr>
          <p:nvPr>
            <p:ph idx="1"/>
          </p:nvPr>
        </p:nvSpPr>
        <p:spPr>
          <a:xfrm>
            <a:off x="645459" y="0"/>
            <a:ext cx="11277600" cy="6356350"/>
          </a:xfrm>
        </p:spPr>
        <p:txBody>
          <a:bodyPr>
            <a:normAutofit/>
          </a:bodyPr>
          <a:lstStyle/>
          <a:p>
            <a:pPr marL="0" indent="0">
              <a:buNone/>
            </a:pPr>
            <a:endParaRPr lang="en-US" b="1" dirty="0">
              <a:latin typeface="Times New Roman" panose="02020603050405020304" pitchFamily="18" charset="0"/>
              <a:cs typeface="Times New Roman" panose="02020603050405020304" pitchFamily="18" charset="0"/>
            </a:endParaRPr>
          </a:p>
          <a:p>
            <a:pPr marL="0" indent="0">
              <a:buNone/>
            </a:pPr>
            <a:endParaRPr lang="en-US" b="1" dirty="0">
              <a:latin typeface="Times New Roman" panose="02020603050405020304" pitchFamily="18" charset="0"/>
              <a:cs typeface="Times New Roman" panose="02020603050405020304" pitchFamily="18" charset="0"/>
            </a:endParaRPr>
          </a:p>
          <a:p>
            <a:pPr marL="0" indent="0">
              <a:buNone/>
            </a:pPr>
            <a:r>
              <a:rPr lang="en-US" sz="2500" b="1" dirty="0">
                <a:latin typeface="Times New Roman" panose="02020603050405020304" pitchFamily="18" charset="0"/>
                <a:cs typeface="Times New Roman" panose="02020603050405020304" pitchFamily="18" charset="0"/>
              </a:rPr>
              <a:t>4. Price Comparison Module</a:t>
            </a:r>
          </a:p>
          <a:p>
            <a:r>
              <a:rPr lang="en-US" sz="2500" dirty="0">
                <a:latin typeface="Times New Roman" panose="02020603050405020304" pitchFamily="18" charset="0"/>
                <a:cs typeface="Times New Roman" panose="02020603050405020304" pitchFamily="18" charset="0"/>
              </a:rPr>
              <a:t>Compares prices of the same product from multiple stores.</a:t>
            </a:r>
          </a:p>
          <a:p>
            <a:r>
              <a:rPr lang="en-US" sz="2500" dirty="0">
                <a:latin typeface="Times New Roman" panose="02020603050405020304" pitchFamily="18" charset="0"/>
                <a:cs typeface="Times New Roman" panose="02020603050405020304" pitchFamily="18" charset="0"/>
              </a:rPr>
              <a:t>Helps users choose the store with the lowest price.</a:t>
            </a:r>
            <a:endParaRPr lang="en-US" sz="2500" b="1" dirty="0">
              <a:latin typeface="Times New Roman" panose="02020603050405020304" pitchFamily="18" charset="0"/>
              <a:cs typeface="Times New Roman" panose="02020603050405020304" pitchFamily="18" charset="0"/>
            </a:endParaRPr>
          </a:p>
          <a:p>
            <a:pPr marL="0" indent="0">
              <a:buNone/>
            </a:pPr>
            <a:r>
              <a:rPr lang="en-US" sz="2500" b="1" dirty="0">
                <a:latin typeface="Times New Roman" panose="02020603050405020304" pitchFamily="18" charset="0"/>
                <a:cs typeface="Times New Roman" panose="02020603050405020304" pitchFamily="18" charset="0"/>
              </a:rPr>
              <a:t>5. Cart Management Module</a:t>
            </a:r>
          </a:p>
          <a:p>
            <a:r>
              <a:rPr lang="en-US" sz="2500" dirty="0">
                <a:latin typeface="Times New Roman" panose="02020603050405020304" pitchFamily="18" charset="0"/>
                <a:cs typeface="Times New Roman" panose="02020603050405020304" pitchFamily="18" charset="0"/>
              </a:rPr>
              <a:t>Users can add or remove products from the cart.</a:t>
            </a:r>
          </a:p>
          <a:p>
            <a:r>
              <a:rPr lang="en-US" sz="2500" dirty="0">
                <a:latin typeface="Times New Roman" panose="02020603050405020304" pitchFamily="18" charset="0"/>
                <a:cs typeface="Times New Roman" panose="02020603050405020304" pitchFamily="18" charset="0"/>
              </a:rPr>
              <a:t>Shows total cost of selected items.</a:t>
            </a:r>
          </a:p>
          <a:p>
            <a:pPr marL="0" indent="0">
              <a:buNone/>
            </a:pPr>
            <a:r>
              <a:rPr lang="en-US" sz="2500" b="1" dirty="0">
                <a:latin typeface="Times New Roman" panose="02020603050405020304" pitchFamily="18" charset="0"/>
                <a:cs typeface="Times New Roman" panose="02020603050405020304" pitchFamily="18" charset="0"/>
              </a:rPr>
              <a:t>6. Order and Payment Module</a:t>
            </a:r>
          </a:p>
          <a:p>
            <a:r>
              <a:rPr lang="en-US" sz="2500" dirty="0">
                <a:latin typeface="Times New Roman" panose="02020603050405020304" pitchFamily="18" charset="0"/>
                <a:cs typeface="Times New Roman" panose="02020603050405020304" pitchFamily="18" charset="0"/>
              </a:rPr>
              <a:t>Allows users to place orders.</a:t>
            </a:r>
          </a:p>
          <a:p>
            <a:r>
              <a:rPr lang="en-US" sz="2500" dirty="0">
                <a:latin typeface="Times New Roman" panose="02020603050405020304" pitchFamily="18" charset="0"/>
                <a:cs typeface="Times New Roman" panose="02020603050405020304" pitchFamily="18" charset="0"/>
              </a:rPr>
              <a:t>Supports payment methods like UPI, card payment, and cash on delivery.</a:t>
            </a:r>
          </a:p>
          <a:p>
            <a:endParaRPr lang="en-IN" dirty="0"/>
          </a:p>
        </p:txBody>
      </p:sp>
      <p:sp>
        <p:nvSpPr>
          <p:cNvPr id="4" name="Date Placeholder 3">
            <a:extLst>
              <a:ext uri="{FF2B5EF4-FFF2-40B4-BE49-F238E27FC236}">
                <a16:creationId xmlns:a16="http://schemas.microsoft.com/office/drawing/2014/main" id="{B284F6EB-6363-DB84-136C-F65656046BB0}"/>
              </a:ext>
            </a:extLst>
          </p:cNvPr>
          <p:cNvSpPr>
            <a:spLocks noGrp="1"/>
          </p:cNvSpPr>
          <p:nvPr>
            <p:ph type="dt" sz="half" idx="10"/>
          </p:nvPr>
        </p:nvSpPr>
        <p:spPr/>
        <p:txBody>
          <a:bodyPr/>
          <a:lstStyle/>
          <a:p>
            <a:fld id="{9C5272DB-0103-AF4C-A22D-07421EC406AD}" type="datetime1">
              <a:rPr lang="en-IN" smtClean="0"/>
              <a:t>10-03-2026</a:t>
            </a:fld>
            <a:endParaRPr lang="en-US"/>
          </a:p>
        </p:txBody>
      </p:sp>
      <p:sp>
        <p:nvSpPr>
          <p:cNvPr id="5" name="Footer Placeholder 4">
            <a:extLst>
              <a:ext uri="{FF2B5EF4-FFF2-40B4-BE49-F238E27FC236}">
                <a16:creationId xmlns:a16="http://schemas.microsoft.com/office/drawing/2014/main" id="{5DB8719E-D4BF-A82A-4121-4A5A5928A8C5}"/>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1535FD6E-9D16-9D78-0C5B-37AC495544CA}"/>
              </a:ext>
            </a:extLst>
          </p:cNvPr>
          <p:cNvSpPr>
            <a:spLocks noGrp="1"/>
          </p:cNvSpPr>
          <p:nvPr>
            <p:ph type="sldNum" sz="quarter" idx="12"/>
          </p:nvPr>
        </p:nvSpPr>
        <p:spPr/>
        <p:txBody>
          <a:bodyPr/>
          <a:lstStyle/>
          <a:p>
            <a:fld id="{B961B71F-4B40-8942-BB88-E0F5C0B46E10}" type="slidenum">
              <a:rPr lang="en-US" smtClean="0"/>
              <a:t>9</a:t>
            </a:fld>
            <a:endParaRPr lang="en-US"/>
          </a:p>
        </p:txBody>
      </p:sp>
    </p:spTree>
    <p:extLst>
      <p:ext uri="{BB962C8B-B14F-4D97-AF65-F5344CB8AC3E}">
        <p14:creationId xmlns:p14="http://schemas.microsoft.com/office/powerpoint/2010/main" val="8949956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173125-DE57-89FD-81B9-AA8B783FC877}"/>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87EB9E5-2196-BA25-5BC0-0ADC2050CEF9}"/>
              </a:ext>
            </a:extLst>
          </p:cNvPr>
          <p:cNvSpPr>
            <a:spLocks noGrp="1"/>
          </p:cNvSpPr>
          <p:nvPr>
            <p:ph type="title"/>
          </p:nvPr>
        </p:nvSpPr>
        <p:spPr>
          <a:xfrm>
            <a:off x="1180618" y="365125"/>
            <a:ext cx="10173182" cy="1128009"/>
          </a:xfrm>
        </p:spPr>
        <p:txBody>
          <a:bodyPr/>
          <a:lstStyle/>
          <a:p>
            <a:pPr algn="ctr"/>
            <a:r>
              <a:rPr lang="en-US" b="1" dirty="0"/>
              <a:t>Objectives</a:t>
            </a:r>
          </a:p>
        </p:txBody>
      </p:sp>
      <p:sp>
        <p:nvSpPr>
          <p:cNvPr id="9" name="Content Placeholder 8">
            <a:extLst>
              <a:ext uri="{FF2B5EF4-FFF2-40B4-BE49-F238E27FC236}">
                <a16:creationId xmlns:a16="http://schemas.microsoft.com/office/drawing/2014/main" id="{363C44B8-E8B6-5D9D-90FF-ECD825D72DFC}"/>
              </a:ext>
            </a:extLst>
          </p:cNvPr>
          <p:cNvSpPr>
            <a:spLocks noGrp="1"/>
          </p:cNvSpPr>
          <p:nvPr>
            <p:ph idx="1"/>
          </p:nvPr>
        </p:nvSpPr>
        <p:spPr>
          <a:xfrm>
            <a:off x="838200" y="1493134"/>
            <a:ext cx="10515600" cy="5228341"/>
          </a:xfrm>
        </p:spPr>
        <p:txBody>
          <a:bodyPr>
            <a:noAutofit/>
          </a:bodyPr>
          <a:lstStyle/>
          <a:p>
            <a:r>
              <a:rPr lang="en-US" sz="2500" dirty="0">
                <a:latin typeface="Times New Roman" panose="02020603050405020304" pitchFamily="18" charset="0"/>
                <a:cs typeface="Times New Roman" panose="02020603050405020304" pitchFamily="18" charset="0"/>
              </a:rPr>
              <a:t>To develop a platform that allows users to compare grocery prices from multiple nearby stores.</a:t>
            </a:r>
          </a:p>
          <a:p>
            <a:r>
              <a:rPr lang="en-US" sz="2500" dirty="0">
                <a:latin typeface="Times New Roman" panose="02020603050405020304" pitchFamily="18" charset="0"/>
                <a:cs typeface="Times New Roman" panose="02020603050405020304" pitchFamily="18" charset="0"/>
              </a:rPr>
              <a:t>To help customers find the best deals and save money on grocery purchases.</a:t>
            </a:r>
          </a:p>
          <a:p>
            <a:r>
              <a:rPr lang="en-US" sz="2500" dirty="0">
                <a:latin typeface="Times New Roman" panose="02020603050405020304" pitchFamily="18" charset="0"/>
                <a:cs typeface="Times New Roman" panose="02020603050405020304" pitchFamily="18" charset="0"/>
              </a:rPr>
              <a:t>To reduce the time and effort required for visiting different stores to check prices.</a:t>
            </a:r>
          </a:p>
          <a:p>
            <a:r>
              <a:rPr lang="en-US" sz="2500" dirty="0">
                <a:latin typeface="Times New Roman" panose="02020603050405020304" pitchFamily="18" charset="0"/>
                <a:cs typeface="Times New Roman" panose="02020603050405020304" pitchFamily="18" charset="0"/>
              </a:rPr>
              <a:t>To provide an easy and user-friendly interface for searching and selecting grocery items.</a:t>
            </a:r>
          </a:p>
          <a:p>
            <a:r>
              <a:rPr lang="en-US" sz="2500" dirty="0">
                <a:latin typeface="Times New Roman" panose="02020603050405020304" pitchFamily="18" charset="0"/>
                <a:cs typeface="Times New Roman" panose="02020603050405020304" pitchFamily="18" charset="0"/>
              </a:rPr>
              <a:t>To allow users to add products to a cart and calculate the total cost before purchasing.</a:t>
            </a:r>
          </a:p>
          <a:p>
            <a:r>
              <a:rPr lang="en-US" sz="2500" dirty="0">
                <a:latin typeface="Times New Roman" panose="02020603050405020304" pitchFamily="18" charset="0"/>
                <a:cs typeface="Times New Roman" panose="02020603050405020304" pitchFamily="18" charset="0"/>
              </a:rPr>
              <a:t>To support multiple payment options for convenient transactions.</a:t>
            </a:r>
          </a:p>
          <a:p>
            <a:r>
              <a:rPr lang="en-US" sz="2500" dirty="0">
                <a:latin typeface="Times New Roman" panose="02020603050405020304" pitchFamily="18" charset="0"/>
                <a:cs typeface="Times New Roman" panose="02020603050405020304" pitchFamily="18" charset="0"/>
              </a:rPr>
              <a:t>To improve the shopping experience by providing transparent price information.</a:t>
            </a:r>
          </a:p>
        </p:txBody>
      </p:sp>
      <p:sp>
        <p:nvSpPr>
          <p:cNvPr id="5" name="Date Placeholder 4">
            <a:extLst>
              <a:ext uri="{FF2B5EF4-FFF2-40B4-BE49-F238E27FC236}">
                <a16:creationId xmlns:a16="http://schemas.microsoft.com/office/drawing/2014/main" id="{268B0D62-5A39-5424-9CF6-9A5122E0D21E}"/>
              </a:ext>
            </a:extLst>
          </p:cNvPr>
          <p:cNvSpPr>
            <a:spLocks noGrp="1"/>
          </p:cNvSpPr>
          <p:nvPr>
            <p:ph type="dt" sz="half" idx="10"/>
          </p:nvPr>
        </p:nvSpPr>
        <p:spPr/>
        <p:txBody>
          <a:bodyPr/>
          <a:lstStyle/>
          <a:p>
            <a:fld id="{20A639D7-EAE1-7C4A-AC63-30DD6B16DE20}" type="datetime1">
              <a:rPr lang="en-IN" smtClean="0"/>
              <a:t>10-03-2026</a:t>
            </a:fld>
            <a:endParaRPr lang="en-US"/>
          </a:p>
        </p:txBody>
      </p:sp>
      <p:sp>
        <p:nvSpPr>
          <p:cNvPr id="6" name="Footer Placeholder 5">
            <a:extLst>
              <a:ext uri="{FF2B5EF4-FFF2-40B4-BE49-F238E27FC236}">
                <a16:creationId xmlns:a16="http://schemas.microsoft.com/office/drawing/2014/main" id="{47045F34-84C7-08FE-3B8E-621019BE8AFE}"/>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796C40D6-1BC6-8947-EA26-62259BD2C227}"/>
              </a:ext>
            </a:extLst>
          </p:cNvPr>
          <p:cNvSpPr>
            <a:spLocks noGrp="1"/>
          </p:cNvSpPr>
          <p:nvPr>
            <p:ph type="sldNum" sz="quarter" idx="12"/>
          </p:nvPr>
        </p:nvSpPr>
        <p:spPr/>
        <p:txBody>
          <a:bodyPr/>
          <a:lstStyle/>
          <a:p>
            <a:fld id="{B961B71F-4B40-8942-BB88-E0F5C0B46E10}" type="slidenum">
              <a:rPr lang="en-US" smtClean="0"/>
              <a:t>10</a:t>
            </a:fld>
            <a:endParaRPr lang="en-US"/>
          </a:p>
        </p:txBody>
      </p:sp>
    </p:spTree>
    <p:extLst>
      <p:ext uri="{BB962C8B-B14F-4D97-AF65-F5344CB8AC3E}">
        <p14:creationId xmlns:p14="http://schemas.microsoft.com/office/powerpoint/2010/main" val="12639859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149560-5402-A083-5191-CC2F23364A71}"/>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C3A50108-EF3B-F9BF-CB25-7C4C67A41AAC}"/>
              </a:ext>
            </a:extLst>
          </p:cNvPr>
          <p:cNvSpPr>
            <a:spLocks noGrp="1"/>
          </p:cNvSpPr>
          <p:nvPr>
            <p:ph type="title"/>
          </p:nvPr>
        </p:nvSpPr>
        <p:spPr>
          <a:xfrm>
            <a:off x="1180618" y="365125"/>
            <a:ext cx="10173182" cy="1128009"/>
          </a:xfrm>
        </p:spPr>
        <p:txBody>
          <a:bodyPr/>
          <a:lstStyle/>
          <a:p>
            <a:pPr algn="ctr"/>
            <a:r>
              <a:rPr lang="en-US" b="1" dirty="0"/>
              <a:t>Co’s Attainments - FWD</a:t>
            </a:r>
          </a:p>
        </p:txBody>
      </p:sp>
      <p:sp>
        <p:nvSpPr>
          <p:cNvPr id="9" name="Content Placeholder 8">
            <a:extLst>
              <a:ext uri="{FF2B5EF4-FFF2-40B4-BE49-F238E27FC236}">
                <a16:creationId xmlns:a16="http://schemas.microsoft.com/office/drawing/2014/main" id="{8769557B-A6AB-F48D-9A16-51F755A17BB7}"/>
              </a:ext>
            </a:extLst>
          </p:cNvPr>
          <p:cNvSpPr>
            <a:spLocks noGrp="1"/>
          </p:cNvSpPr>
          <p:nvPr>
            <p:ph idx="1"/>
          </p:nvPr>
        </p:nvSpPr>
        <p:spPr>
          <a:xfrm>
            <a:off x="555812" y="1391054"/>
            <a:ext cx="10797988" cy="4965295"/>
          </a:xfrm>
        </p:spPr>
        <p:txBody>
          <a:bodyPr>
            <a:normAutofit fontScale="70000" lnSpcReduction="20000"/>
          </a:bodyPr>
          <a:lstStyle/>
          <a:p>
            <a:pPr marL="0" indent="0">
              <a:buNone/>
            </a:pPr>
            <a:r>
              <a:rPr lang="en-IN" sz="3200" b="1" dirty="0">
                <a:latin typeface="Times New Roman" panose="02020603050405020304" pitchFamily="18" charset="0"/>
                <a:cs typeface="Times New Roman" panose="02020603050405020304" pitchFamily="18" charset="0"/>
              </a:rPr>
              <a:t>1. CO1</a:t>
            </a:r>
            <a:endParaRPr lang="en-IN" sz="3200" dirty="0">
              <a:latin typeface="Times New Roman" panose="02020603050405020304" pitchFamily="18" charset="0"/>
              <a:cs typeface="Times New Roman" panose="02020603050405020304" pitchFamily="18" charset="0"/>
            </a:endParaRPr>
          </a:p>
          <a:p>
            <a:r>
              <a:rPr lang="en-IN" sz="3200" dirty="0">
                <a:latin typeface="Times New Roman" panose="02020603050405020304" pitchFamily="18" charset="0"/>
                <a:cs typeface="Times New Roman" panose="02020603050405020304" pitchFamily="18" charset="0"/>
              </a:rPr>
              <a:t>HTML document structure</a:t>
            </a:r>
          </a:p>
          <a:p>
            <a:r>
              <a:rPr lang="en-IN" sz="3200" dirty="0">
                <a:latin typeface="Times New Roman" panose="02020603050405020304" pitchFamily="18" charset="0"/>
                <a:cs typeface="Times New Roman" panose="02020603050405020304" pitchFamily="18" charset="0"/>
              </a:rPr>
              <a:t>Basic CSS styling</a:t>
            </a:r>
          </a:p>
          <a:p>
            <a:r>
              <a:rPr lang="en-IN" sz="3200" dirty="0">
                <a:latin typeface="Times New Roman" panose="02020603050405020304" pitchFamily="18" charset="0"/>
                <a:cs typeface="Times New Roman" panose="02020603050405020304" pitchFamily="18" charset="0"/>
              </a:rPr>
              <a:t>Web page layout design</a:t>
            </a:r>
          </a:p>
          <a:p>
            <a:pPr marL="0" indent="0">
              <a:buNone/>
            </a:pPr>
            <a:r>
              <a:rPr lang="en-IN" sz="3200" b="1" dirty="0">
                <a:latin typeface="Times New Roman" panose="02020603050405020304" pitchFamily="18" charset="0"/>
                <a:cs typeface="Times New Roman" panose="02020603050405020304" pitchFamily="18" charset="0"/>
              </a:rPr>
              <a:t>2. CO2</a:t>
            </a:r>
            <a:endParaRPr lang="en-IN" sz="3200" dirty="0">
              <a:latin typeface="Times New Roman" panose="02020603050405020304" pitchFamily="18" charset="0"/>
              <a:cs typeface="Times New Roman" panose="02020603050405020304" pitchFamily="18" charset="0"/>
            </a:endParaRPr>
          </a:p>
          <a:p>
            <a:r>
              <a:rPr lang="en-IN" sz="3200" dirty="0">
                <a:latin typeface="Times New Roman" panose="02020603050405020304" pitchFamily="18" charset="0"/>
                <a:cs typeface="Times New Roman" panose="02020603050405020304" pitchFamily="18" charset="0"/>
              </a:rPr>
              <a:t>HTML forms and inputs</a:t>
            </a:r>
          </a:p>
          <a:p>
            <a:r>
              <a:rPr lang="en-IN" sz="3200" dirty="0">
                <a:latin typeface="Times New Roman" panose="02020603050405020304" pitchFamily="18" charset="0"/>
                <a:cs typeface="Times New Roman" panose="02020603050405020304" pitchFamily="18" charset="0"/>
              </a:rPr>
              <a:t>Semantic tags</a:t>
            </a:r>
          </a:p>
          <a:p>
            <a:r>
              <a:rPr lang="en-IN" sz="3200" dirty="0">
                <a:latin typeface="Times New Roman" panose="02020603050405020304" pitchFamily="18" charset="0"/>
                <a:cs typeface="Times New Roman" panose="02020603050405020304" pitchFamily="18" charset="0"/>
              </a:rPr>
              <a:t>Flexbox/Grid layouts</a:t>
            </a:r>
          </a:p>
          <a:p>
            <a:r>
              <a:rPr lang="en-IN" sz="3200" dirty="0">
                <a:latin typeface="Times New Roman" panose="02020603050405020304" pitchFamily="18" charset="0"/>
                <a:cs typeface="Times New Roman" panose="02020603050405020304" pitchFamily="18" charset="0"/>
              </a:rPr>
              <a:t>Responsive design</a:t>
            </a:r>
          </a:p>
          <a:p>
            <a:pPr marL="0" indent="0">
              <a:buNone/>
            </a:pPr>
            <a:r>
              <a:rPr lang="en-IN" sz="3200" b="1" dirty="0">
                <a:latin typeface="Times New Roman" panose="02020603050405020304" pitchFamily="18" charset="0"/>
                <a:cs typeface="Times New Roman" panose="02020603050405020304" pitchFamily="18" charset="0"/>
              </a:rPr>
              <a:t>3. CO3</a:t>
            </a:r>
            <a:endParaRPr lang="en-IN" sz="3200" dirty="0">
              <a:latin typeface="Times New Roman" panose="02020603050405020304" pitchFamily="18" charset="0"/>
              <a:cs typeface="Times New Roman" panose="02020603050405020304" pitchFamily="18" charset="0"/>
            </a:endParaRPr>
          </a:p>
          <a:p>
            <a:r>
              <a:rPr lang="en-IN" sz="3200" dirty="0">
                <a:latin typeface="Times New Roman" panose="02020603050405020304" pitchFamily="18" charset="0"/>
                <a:cs typeface="Times New Roman" panose="02020603050405020304" pitchFamily="18" charset="0"/>
              </a:rPr>
              <a:t>JavaScript basics</a:t>
            </a:r>
          </a:p>
          <a:p>
            <a:r>
              <a:rPr lang="en-IN" sz="3200" dirty="0">
                <a:latin typeface="Times New Roman" panose="02020603050405020304" pitchFamily="18" charset="0"/>
                <a:cs typeface="Times New Roman" panose="02020603050405020304" pitchFamily="18" charset="0"/>
              </a:rPr>
              <a:t>Functions and conditions</a:t>
            </a:r>
          </a:p>
          <a:p>
            <a:r>
              <a:rPr lang="en-IN" sz="3200" dirty="0">
                <a:latin typeface="Times New Roman" panose="02020603050405020304" pitchFamily="18" charset="0"/>
                <a:cs typeface="Times New Roman" panose="02020603050405020304" pitchFamily="18" charset="0"/>
              </a:rPr>
              <a:t>Arrays and objects</a:t>
            </a:r>
          </a:p>
          <a:p>
            <a:pPr marL="457200" lvl="1" indent="0">
              <a:buNone/>
            </a:pPr>
            <a:endParaRPr lang="en-IN" dirty="0"/>
          </a:p>
          <a:p>
            <a:pPr marL="0" indent="0">
              <a:buNone/>
            </a:pPr>
            <a:endParaRPr lang="en-US" dirty="0"/>
          </a:p>
        </p:txBody>
      </p:sp>
      <p:sp>
        <p:nvSpPr>
          <p:cNvPr id="5" name="Date Placeholder 4">
            <a:extLst>
              <a:ext uri="{FF2B5EF4-FFF2-40B4-BE49-F238E27FC236}">
                <a16:creationId xmlns:a16="http://schemas.microsoft.com/office/drawing/2014/main" id="{49D0E4ED-DE37-6D8E-7EB1-1F0F05E37DA3}"/>
              </a:ext>
            </a:extLst>
          </p:cNvPr>
          <p:cNvSpPr>
            <a:spLocks noGrp="1"/>
          </p:cNvSpPr>
          <p:nvPr>
            <p:ph type="dt" sz="half" idx="10"/>
          </p:nvPr>
        </p:nvSpPr>
        <p:spPr/>
        <p:txBody>
          <a:bodyPr/>
          <a:lstStyle/>
          <a:p>
            <a:fld id="{20A639D7-EAE1-7C4A-AC63-30DD6B16DE20}" type="datetime1">
              <a:rPr lang="en-IN" smtClean="0"/>
              <a:t>10-03-2026</a:t>
            </a:fld>
            <a:endParaRPr lang="en-US"/>
          </a:p>
        </p:txBody>
      </p:sp>
      <p:sp>
        <p:nvSpPr>
          <p:cNvPr id="6" name="Footer Placeholder 5">
            <a:extLst>
              <a:ext uri="{FF2B5EF4-FFF2-40B4-BE49-F238E27FC236}">
                <a16:creationId xmlns:a16="http://schemas.microsoft.com/office/drawing/2014/main" id="{4925EEDF-18C5-49AB-9643-7F31370592F9}"/>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803C038D-A939-9973-E752-364BB70EE05C}"/>
              </a:ext>
            </a:extLst>
          </p:cNvPr>
          <p:cNvSpPr>
            <a:spLocks noGrp="1"/>
          </p:cNvSpPr>
          <p:nvPr>
            <p:ph type="sldNum" sz="quarter" idx="12"/>
          </p:nvPr>
        </p:nvSpPr>
        <p:spPr/>
        <p:txBody>
          <a:bodyPr/>
          <a:lstStyle/>
          <a:p>
            <a:fld id="{B961B71F-4B40-8942-BB88-E0F5C0B46E10}" type="slidenum">
              <a:rPr lang="en-US" smtClean="0"/>
              <a:t>11</a:t>
            </a:fld>
            <a:endParaRPr lang="en-US"/>
          </a:p>
        </p:txBody>
      </p:sp>
    </p:spTree>
    <p:extLst>
      <p:ext uri="{BB962C8B-B14F-4D97-AF65-F5344CB8AC3E}">
        <p14:creationId xmlns:p14="http://schemas.microsoft.com/office/powerpoint/2010/main" val="19069465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7E9D3C-97B2-8915-DACE-AABB323D46AD}"/>
              </a:ext>
            </a:extLst>
          </p:cNvPr>
          <p:cNvSpPr>
            <a:spLocks noGrp="1"/>
          </p:cNvSpPr>
          <p:nvPr>
            <p:ph type="title"/>
          </p:nvPr>
        </p:nvSpPr>
        <p:spPr/>
        <p:txBody>
          <a:bodyPr/>
          <a:lstStyle/>
          <a:p>
            <a:br>
              <a:rPr lang="en-IN" dirty="0"/>
            </a:br>
            <a:endParaRPr lang="en-IN" dirty="0"/>
          </a:p>
        </p:txBody>
      </p:sp>
      <p:sp>
        <p:nvSpPr>
          <p:cNvPr id="3" name="Content Placeholder 2">
            <a:extLst>
              <a:ext uri="{FF2B5EF4-FFF2-40B4-BE49-F238E27FC236}">
                <a16:creationId xmlns:a16="http://schemas.microsoft.com/office/drawing/2014/main" id="{1AD54138-A553-A8EB-D4A2-5A5E2CCECFCB}"/>
              </a:ext>
            </a:extLst>
          </p:cNvPr>
          <p:cNvSpPr>
            <a:spLocks noGrp="1"/>
          </p:cNvSpPr>
          <p:nvPr>
            <p:ph idx="1"/>
          </p:nvPr>
        </p:nvSpPr>
        <p:spPr>
          <a:xfrm>
            <a:off x="838200" y="1039906"/>
            <a:ext cx="10515600" cy="5137057"/>
          </a:xfrm>
        </p:spPr>
        <p:txBody>
          <a:bodyPr/>
          <a:lstStyle/>
          <a:p>
            <a:pPr marL="0" indent="0">
              <a:buNone/>
            </a:pPr>
            <a:r>
              <a:rPr lang="en-US" sz="2500" b="1" dirty="0">
                <a:latin typeface="Times New Roman" panose="02020603050405020304" pitchFamily="18" charset="0"/>
                <a:cs typeface="Times New Roman" panose="02020603050405020304" pitchFamily="18" charset="0"/>
              </a:rPr>
              <a:t>4</a:t>
            </a:r>
            <a:r>
              <a:rPr lang="en-US" sz="2400" b="1" dirty="0">
                <a:latin typeface="Times New Roman" panose="02020603050405020304" pitchFamily="18" charset="0"/>
                <a:cs typeface="Times New Roman" panose="02020603050405020304" pitchFamily="18" charset="0"/>
              </a:rPr>
              <a:t>. CO4</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DOM manipulation</a:t>
            </a:r>
          </a:p>
          <a:p>
            <a:r>
              <a:rPr lang="en-US" sz="2400" dirty="0">
                <a:latin typeface="Times New Roman" panose="02020603050405020304" pitchFamily="18" charset="0"/>
                <a:cs typeface="Times New Roman" panose="02020603050405020304" pitchFamily="18" charset="0"/>
              </a:rPr>
              <a:t>Event handling</a:t>
            </a:r>
          </a:p>
          <a:p>
            <a:r>
              <a:rPr lang="en-US" sz="2400" dirty="0">
                <a:latin typeface="Times New Roman" panose="02020603050405020304" pitchFamily="18" charset="0"/>
                <a:cs typeface="Times New Roman" panose="02020603050405020304" pitchFamily="18" charset="0"/>
              </a:rPr>
              <a:t>Dynamic content updates</a:t>
            </a:r>
          </a:p>
          <a:p>
            <a:pPr marL="0" indent="0">
              <a:buNone/>
            </a:pPr>
            <a:r>
              <a:rPr lang="en-US" sz="2400" b="1" dirty="0">
                <a:latin typeface="Times New Roman" panose="02020603050405020304" pitchFamily="18" charset="0"/>
                <a:cs typeface="Times New Roman" panose="02020603050405020304" pitchFamily="18" charset="0"/>
              </a:rPr>
              <a:t>5. CO5</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Form validation</a:t>
            </a:r>
          </a:p>
          <a:p>
            <a:r>
              <a:rPr lang="en-US" sz="2400" dirty="0">
                <a:latin typeface="Times New Roman" panose="02020603050405020304" pitchFamily="18" charset="0"/>
                <a:cs typeface="Times New Roman" panose="02020603050405020304" pitchFamily="18" charset="0"/>
              </a:rPr>
              <a:t>API integration</a:t>
            </a:r>
          </a:p>
          <a:p>
            <a:r>
              <a:rPr lang="en-US" sz="2400" dirty="0">
                <a:latin typeface="Times New Roman" panose="02020603050405020304" pitchFamily="18" charset="0"/>
                <a:cs typeface="Times New Roman" panose="02020603050405020304" pitchFamily="18" charset="0"/>
              </a:rPr>
              <a:t>Deployment and optimization</a:t>
            </a:r>
          </a:p>
          <a:p>
            <a:endParaRPr lang="en-IN" dirty="0"/>
          </a:p>
        </p:txBody>
      </p:sp>
      <p:sp>
        <p:nvSpPr>
          <p:cNvPr id="4" name="Date Placeholder 3">
            <a:extLst>
              <a:ext uri="{FF2B5EF4-FFF2-40B4-BE49-F238E27FC236}">
                <a16:creationId xmlns:a16="http://schemas.microsoft.com/office/drawing/2014/main" id="{F7E3E3FF-DAFF-12E4-D3DA-1CC9A6C22599}"/>
              </a:ext>
            </a:extLst>
          </p:cNvPr>
          <p:cNvSpPr>
            <a:spLocks noGrp="1"/>
          </p:cNvSpPr>
          <p:nvPr>
            <p:ph type="dt" sz="half" idx="10"/>
          </p:nvPr>
        </p:nvSpPr>
        <p:spPr/>
        <p:txBody>
          <a:bodyPr/>
          <a:lstStyle/>
          <a:p>
            <a:fld id="{9C5272DB-0103-AF4C-A22D-07421EC406AD}" type="datetime1">
              <a:rPr lang="en-IN" smtClean="0"/>
              <a:t>10-03-2026</a:t>
            </a:fld>
            <a:endParaRPr lang="en-US"/>
          </a:p>
        </p:txBody>
      </p:sp>
      <p:sp>
        <p:nvSpPr>
          <p:cNvPr id="5" name="Footer Placeholder 4">
            <a:extLst>
              <a:ext uri="{FF2B5EF4-FFF2-40B4-BE49-F238E27FC236}">
                <a16:creationId xmlns:a16="http://schemas.microsoft.com/office/drawing/2014/main" id="{231D6B2B-1F08-A948-6194-20430F434C3C}"/>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E30A443F-E6BF-1F38-D521-B62D456A1682}"/>
              </a:ext>
            </a:extLst>
          </p:cNvPr>
          <p:cNvSpPr>
            <a:spLocks noGrp="1"/>
          </p:cNvSpPr>
          <p:nvPr>
            <p:ph type="sldNum" sz="quarter" idx="12"/>
          </p:nvPr>
        </p:nvSpPr>
        <p:spPr/>
        <p:txBody>
          <a:bodyPr/>
          <a:lstStyle/>
          <a:p>
            <a:fld id="{B961B71F-4B40-8942-BB88-E0F5C0B46E10}" type="slidenum">
              <a:rPr lang="en-US" smtClean="0"/>
              <a:t>12</a:t>
            </a:fld>
            <a:endParaRPr lang="en-US"/>
          </a:p>
        </p:txBody>
      </p:sp>
    </p:spTree>
    <p:extLst>
      <p:ext uri="{BB962C8B-B14F-4D97-AF65-F5344CB8AC3E}">
        <p14:creationId xmlns:p14="http://schemas.microsoft.com/office/powerpoint/2010/main" val="21319089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323D68-D41B-9825-3931-B79590C795F8}"/>
              </a:ext>
            </a:extLst>
          </p:cNvPr>
          <p:cNvSpPr>
            <a:spLocks noGrp="1"/>
          </p:cNvSpPr>
          <p:nvPr>
            <p:ph type="title"/>
          </p:nvPr>
        </p:nvSpPr>
        <p:spPr/>
        <p:txBody>
          <a:bodyPr/>
          <a:lstStyle/>
          <a:p>
            <a:r>
              <a:rPr lang="en-US" dirty="0"/>
              <a:t>Screenshots for FWD</a:t>
            </a:r>
          </a:p>
        </p:txBody>
      </p:sp>
      <p:sp>
        <p:nvSpPr>
          <p:cNvPr id="3" name="Content Placeholder 2">
            <a:extLst>
              <a:ext uri="{FF2B5EF4-FFF2-40B4-BE49-F238E27FC236}">
                <a16:creationId xmlns:a16="http://schemas.microsoft.com/office/drawing/2014/main" id="{D408550D-1730-34EA-8ABA-9BB036DE20DE}"/>
              </a:ext>
            </a:extLst>
          </p:cNvPr>
          <p:cNvSpPr>
            <a:spLocks noGrp="1"/>
          </p:cNvSpPr>
          <p:nvPr>
            <p:ph idx="1"/>
          </p:nvPr>
        </p:nvSpPr>
        <p:spPr/>
        <p:txBody>
          <a:bodyPr>
            <a:normAutofit/>
          </a:bodyPr>
          <a:lstStyle/>
          <a:p>
            <a:pPr marL="0" marR="0" lvl="0" indent="0" algn="just">
              <a:spcBef>
                <a:spcPts val="0"/>
              </a:spcBef>
              <a:spcAft>
                <a:spcPts val="0"/>
              </a:spcAft>
              <a:buNone/>
              <a:tabLst>
                <a:tab pos="228600" algn="l"/>
                <a:tab pos="228600" algn="l"/>
                <a:tab pos="282575" algn="l"/>
                <a:tab pos="339725" algn="l"/>
              </a:tabLst>
            </a:pPr>
            <a:endParaRPr lang="en-US" dirty="0"/>
          </a:p>
          <a:p>
            <a:pPr marL="0" marR="0" lvl="0" indent="0" algn="just">
              <a:spcBef>
                <a:spcPts val="0"/>
              </a:spcBef>
              <a:spcAft>
                <a:spcPts val="0"/>
              </a:spcAft>
              <a:buNone/>
              <a:tabLst>
                <a:tab pos="228600" algn="l"/>
                <a:tab pos="228600" algn="l"/>
                <a:tab pos="282575" algn="l"/>
                <a:tab pos="339725" algn="l"/>
              </a:tabLst>
            </a:pPr>
            <a:endParaRPr lang="en-US" dirty="0"/>
          </a:p>
          <a:p>
            <a:pPr marL="0" marR="0" lvl="0" indent="0" algn="just">
              <a:spcBef>
                <a:spcPts val="0"/>
              </a:spcBef>
              <a:spcAft>
                <a:spcPts val="0"/>
              </a:spcAft>
              <a:buNone/>
              <a:tabLst>
                <a:tab pos="228600" algn="l"/>
                <a:tab pos="228600" algn="l"/>
                <a:tab pos="282575" algn="l"/>
                <a:tab pos="339725" algn="l"/>
              </a:tabLst>
            </a:pPr>
            <a:endParaRPr lang="en-US" dirty="0"/>
          </a:p>
        </p:txBody>
      </p:sp>
      <p:sp>
        <p:nvSpPr>
          <p:cNvPr id="4" name="Date Placeholder 3">
            <a:extLst>
              <a:ext uri="{FF2B5EF4-FFF2-40B4-BE49-F238E27FC236}">
                <a16:creationId xmlns:a16="http://schemas.microsoft.com/office/drawing/2014/main" id="{F1963D1B-E2DB-29C3-BA63-FF21B16E3D52}"/>
              </a:ext>
            </a:extLst>
          </p:cNvPr>
          <p:cNvSpPr>
            <a:spLocks noGrp="1"/>
          </p:cNvSpPr>
          <p:nvPr>
            <p:ph type="dt" sz="half" idx="10"/>
          </p:nvPr>
        </p:nvSpPr>
        <p:spPr/>
        <p:txBody>
          <a:bodyPr/>
          <a:lstStyle/>
          <a:p>
            <a:fld id="{9C5272DB-0103-AF4C-A22D-07421EC406AD}" type="datetime1">
              <a:rPr lang="en-IN" smtClean="0"/>
              <a:t>10-03-2026</a:t>
            </a:fld>
            <a:endParaRPr lang="en-US"/>
          </a:p>
        </p:txBody>
      </p:sp>
      <p:sp>
        <p:nvSpPr>
          <p:cNvPr id="5" name="Footer Placeholder 4">
            <a:extLst>
              <a:ext uri="{FF2B5EF4-FFF2-40B4-BE49-F238E27FC236}">
                <a16:creationId xmlns:a16="http://schemas.microsoft.com/office/drawing/2014/main" id="{49114CB5-AB44-10F9-E8AF-4658C65956F4}"/>
              </a:ext>
            </a:extLst>
          </p:cNvPr>
          <p:cNvSpPr>
            <a:spLocks noGrp="1"/>
          </p:cNvSpPr>
          <p:nvPr>
            <p:ph type="ftr" sz="quarter" idx="11"/>
          </p:nvPr>
        </p:nvSpPr>
        <p:spPr/>
        <p:txBody>
          <a:bodyPr/>
          <a:lstStyle/>
          <a:p>
            <a:r>
              <a:rPr lang="en-US" dirty="0"/>
              <a:t>173030211           Department of CSE</a:t>
            </a:r>
          </a:p>
        </p:txBody>
      </p:sp>
      <p:sp>
        <p:nvSpPr>
          <p:cNvPr id="6" name="Slide Number Placeholder 5">
            <a:extLst>
              <a:ext uri="{FF2B5EF4-FFF2-40B4-BE49-F238E27FC236}">
                <a16:creationId xmlns:a16="http://schemas.microsoft.com/office/drawing/2014/main" id="{198D5113-7B1F-AF02-CDA9-5B3AB95BE716}"/>
              </a:ext>
            </a:extLst>
          </p:cNvPr>
          <p:cNvSpPr>
            <a:spLocks noGrp="1"/>
          </p:cNvSpPr>
          <p:nvPr>
            <p:ph type="sldNum" sz="quarter" idx="12"/>
          </p:nvPr>
        </p:nvSpPr>
        <p:spPr/>
        <p:txBody>
          <a:bodyPr/>
          <a:lstStyle/>
          <a:p>
            <a:fld id="{B961B71F-4B40-8942-BB88-E0F5C0B46E10}" type="slidenum">
              <a:rPr lang="en-US" smtClean="0"/>
              <a:t>13</a:t>
            </a:fld>
            <a:endParaRPr lang="en-US"/>
          </a:p>
        </p:txBody>
      </p:sp>
      <p:pic>
        <p:nvPicPr>
          <p:cNvPr id="8" name="Picture 7">
            <a:extLst>
              <a:ext uri="{FF2B5EF4-FFF2-40B4-BE49-F238E27FC236}">
                <a16:creationId xmlns:a16="http://schemas.microsoft.com/office/drawing/2014/main" id="{976A6C04-6C52-7E22-26CB-B38BAC1801A4}"/>
              </a:ext>
            </a:extLst>
          </p:cNvPr>
          <p:cNvPicPr>
            <a:picLocks noChangeAspect="1"/>
          </p:cNvPicPr>
          <p:nvPr/>
        </p:nvPicPr>
        <p:blipFill>
          <a:blip r:embed="rId2"/>
          <a:stretch>
            <a:fillRect/>
          </a:stretch>
        </p:blipFill>
        <p:spPr>
          <a:xfrm>
            <a:off x="565827" y="1470822"/>
            <a:ext cx="3694889" cy="4306888"/>
          </a:xfrm>
          <a:prstGeom prst="rect">
            <a:avLst/>
          </a:prstGeom>
        </p:spPr>
      </p:pic>
      <p:pic>
        <p:nvPicPr>
          <p:cNvPr id="10" name="Picture 9">
            <a:extLst>
              <a:ext uri="{FF2B5EF4-FFF2-40B4-BE49-F238E27FC236}">
                <a16:creationId xmlns:a16="http://schemas.microsoft.com/office/drawing/2014/main" id="{D71E0C8B-BDE9-0E50-CA54-87750BE3B46C}"/>
              </a:ext>
            </a:extLst>
          </p:cNvPr>
          <p:cNvPicPr>
            <a:picLocks noChangeAspect="1"/>
          </p:cNvPicPr>
          <p:nvPr/>
        </p:nvPicPr>
        <p:blipFill>
          <a:blip r:embed="rId3"/>
          <a:stretch>
            <a:fillRect/>
          </a:stretch>
        </p:blipFill>
        <p:spPr>
          <a:xfrm>
            <a:off x="5418306" y="1381328"/>
            <a:ext cx="6381345" cy="4212076"/>
          </a:xfrm>
          <a:prstGeom prst="rect">
            <a:avLst/>
          </a:prstGeom>
        </p:spPr>
      </p:pic>
    </p:spTree>
    <p:extLst>
      <p:ext uri="{BB962C8B-B14F-4D97-AF65-F5344CB8AC3E}">
        <p14:creationId xmlns:p14="http://schemas.microsoft.com/office/powerpoint/2010/main" val="34319537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163A63-E30E-0694-B089-838C7E389AFD}"/>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E8F526A-5F54-0308-7336-A6E081606439}"/>
              </a:ext>
            </a:extLst>
          </p:cNvPr>
          <p:cNvSpPr>
            <a:spLocks noGrp="1"/>
          </p:cNvSpPr>
          <p:nvPr>
            <p:ph type="title"/>
          </p:nvPr>
        </p:nvSpPr>
        <p:spPr>
          <a:xfrm>
            <a:off x="1180618" y="365125"/>
            <a:ext cx="10173182" cy="1128009"/>
          </a:xfrm>
        </p:spPr>
        <p:txBody>
          <a:bodyPr/>
          <a:lstStyle/>
          <a:p>
            <a:pPr algn="ctr"/>
            <a:r>
              <a:rPr lang="en-US" b="1" dirty="0"/>
              <a:t>Conclusion</a:t>
            </a:r>
          </a:p>
        </p:txBody>
      </p:sp>
      <p:sp>
        <p:nvSpPr>
          <p:cNvPr id="9" name="Content Placeholder 8">
            <a:extLst>
              <a:ext uri="{FF2B5EF4-FFF2-40B4-BE49-F238E27FC236}">
                <a16:creationId xmlns:a16="http://schemas.microsoft.com/office/drawing/2014/main" id="{956E9376-CB4B-895B-7B5C-D2F5AAED7494}"/>
              </a:ext>
            </a:extLst>
          </p:cNvPr>
          <p:cNvSpPr>
            <a:spLocks noGrp="1"/>
          </p:cNvSpPr>
          <p:nvPr>
            <p:ph idx="1"/>
          </p:nvPr>
        </p:nvSpPr>
        <p:spPr>
          <a:xfrm>
            <a:off x="304800" y="1493134"/>
            <a:ext cx="11049000" cy="4863216"/>
          </a:xfrm>
        </p:spPr>
        <p:txBody>
          <a:bodyPr>
            <a:normAutofit/>
          </a:bodyPr>
          <a:lstStyle/>
          <a:p>
            <a:r>
              <a:rPr lang="en-US" sz="2500" dirty="0">
                <a:latin typeface="Times New Roman" panose="02020603050405020304" pitchFamily="18" charset="0"/>
                <a:cs typeface="Times New Roman" panose="02020603050405020304" pitchFamily="18" charset="0"/>
              </a:rPr>
              <a:t>The </a:t>
            </a:r>
            <a:r>
              <a:rPr lang="en-US" sz="2500" b="1" dirty="0">
                <a:latin typeface="Times New Roman" panose="02020603050405020304" pitchFamily="18" charset="0"/>
                <a:cs typeface="Times New Roman" panose="02020603050405020304" pitchFamily="18" charset="0"/>
              </a:rPr>
              <a:t>Grocery Compare system</a:t>
            </a:r>
            <a:r>
              <a:rPr lang="en-US" sz="2500" dirty="0">
                <a:latin typeface="Times New Roman" panose="02020603050405020304" pitchFamily="18" charset="0"/>
                <a:cs typeface="Times New Roman" panose="02020603050405020304" pitchFamily="18" charset="0"/>
              </a:rPr>
              <a:t> is designed to make grocery shopping easier and more convenient for customers. It allows users to compare the prices of grocery products from multiple stores in one place, helping them choose the best and most affordable options. This system reduces the time and effort required to visit different stores and manually check prices.</a:t>
            </a:r>
          </a:p>
          <a:p>
            <a:r>
              <a:rPr lang="en-US" sz="2500" dirty="0">
                <a:latin typeface="Times New Roman" panose="02020603050405020304" pitchFamily="18" charset="0"/>
                <a:cs typeface="Times New Roman" panose="02020603050405020304" pitchFamily="18" charset="0"/>
              </a:rPr>
              <a:t>By providing features such as product search, price comparison, and cart management, the system improves the overall shopping experience. The project demonstrates how technology can simplify daily activities and help customers save both time and money while making smarter purchasing decisions.</a:t>
            </a:r>
          </a:p>
          <a:p>
            <a:pPr marL="0" indent="0">
              <a:buNone/>
            </a:pPr>
            <a:endParaRPr lang="en-US" dirty="0"/>
          </a:p>
        </p:txBody>
      </p:sp>
      <p:sp>
        <p:nvSpPr>
          <p:cNvPr id="5" name="Date Placeholder 4">
            <a:extLst>
              <a:ext uri="{FF2B5EF4-FFF2-40B4-BE49-F238E27FC236}">
                <a16:creationId xmlns:a16="http://schemas.microsoft.com/office/drawing/2014/main" id="{82A84C9A-73D1-DA76-6E0C-91C24CB8321A}"/>
              </a:ext>
            </a:extLst>
          </p:cNvPr>
          <p:cNvSpPr>
            <a:spLocks noGrp="1"/>
          </p:cNvSpPr>
          <p:nvPr>
            <p:ph type="dt" sz="half" idx="10"/>
          </p:nvPr>
        </p:nvSpPr>
        <p:spPr/>
        <p:txBody>
          <a:bodyPr/>
          <a:lstStyle/>
          <a:p>
            <a:fld id="{20A639D7-EAE1-7C4A-AC63-30DD6B16DE20}" type="datetime1">
              <a:rPr lang="en-IN" smtClean="0"/>
              <a:t>10-03-2026</a:t>
            </a:fld>
            <a:endParaRPr lang="en-US"/>
          </a:p>
        </p:txBody>
      </p:sp>
      <p:sp>
        <p:nvSpPr>
          <p:cNvPr id="6" name="Footer Placeholder 5">
            <a:extLst>
              <a:ext uri="{FF2B5EF4-FFF2-40B4-BE49-F238E27FC236}">
                <a16:creationId xmlns:a16="http://schemas.microsoft.com/office/drawing/2014/main" id="{CB81726C-C351-8876-43C7-C9B8807EA560}"/>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36E4E02D-0287-0F0D-A891-AE869E4F0992}"/>
              </a:ext>
            </a:extLst>
          </p:cNvPr>
          <p:cNvSpPr>
            <a:spLocks noGrp="1"/>
          </p:cNvSpPr>
          <p:nvPr>
            <p:ph type="sldNum" sz="quarter" idx="12"/>
          </p:nvPr>
        </p:nvSpPr>
        <p:spPr/>
        <p:txBody>
          <a:bodyPr/>
          <a:lstStyle/>
          <a:p>
            <a:fld id="{B961B71F-4B40-8942-BB88-E0F5C0B46E10}" type="slidenum">
              <a:rPr lang="en-US" smtClean="0"/>
              <a:t>14</a:t>
            </a:fld>
            <a:endParaRPr lang="en-US"/>
          </a:p>
        </p:txBody>
      </p:sp>
    </p:spTree>
    <p:extLst>
      <p:ext uri="{BB962C8B-B14F-4D97-AF65-F5344CB8AC3E}">
        <p14:creationId xmlns:p14="http://schemas.microsoft.com/office/powerpoint/2010/main" val="28589121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848258-F0F3-1EE4-1AB3-DB04AD69EB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9961B8-8709-0718-F6D3-9D07622F76AF}"/>
              </a:ext>
            </a:extLst>
          </p:cNvPr>
          <p:cNvSpPr>
            <a:spLocks noGrp="1"/>
          </p:cNvSpPr>
          <p:nvPr>
            <p:ph type="title"/>
          </p:nvPr>
        </p:nvSpPr>
        <p:spPr/>
        <p:txBody>
          <a:bodyPr/>
          <a:lstStyle/>
          <a:p>
            <a:r>
              <a:rPr lang="en-US" dirty="0"/>
              <a:t>Geo- Tag Photos</a:t>
            </a:r>
          </a:p>
        </p:txBody>
      </p:sp>
      <p:pic>
        <p:nvPicPr>
          <p:cNvPr id="10" name="Content Placeholder 9">
            <a:extLst>
              <a:ext uri="{FF2B5EF4-FFF2-40B4-BE49-F238E27FC236}">
                <a16:creationId xmlns:a16="http://schemas.microsoft.com/office/drawing/2014/main" id="{C3E8D779-3258-5C16-7369-FAD896E03C99}"/>
              </a:ext>
            </a:extLst>
          </p:cNvPr>
          <p:cNvPicPr>
            <a:picLocks noGrp="1" noChangeAspect="1"/>
          </p:cNvPicPr>
          <p:nvPr>
            <p:ph idx="1"/>
          </p:nvPr>
        </p:nvPicPr>
        <p:blipFill>
          <a:blip r:embed="rId2"/>
          <a:stretch>
            <a:fillRect/>
          </a:stretch>
        </p:blipFill>
        <p:spPr>
          <a:xfrm>
            <a:off x="693096" y="1517514"/>
            <a:ext cx="4384741" cy="4591455"/>
          </a:xfrm>
          <a:prstGeom prst="rect">
            <a:avLst/>
          </a:prstGeom>
        </p:spPr>
      </p:pic>
      <p:sp>
        <p:nvSpPr>
          <p:cNvPr id="4" name="Date Placeholder 3">
            <a:extLst>
              <a:ext uri="{FF2B5EF4-FFF2-40B4-BE49-F238E27FC236}">
                <a16:creationId xmlns:a16="http://schemas.microsoft.com/office/drawing/2014/main" id="{5B18EAAE-4073-261B-4850-9857C07DBAF0}"/>
              </a:ext>
            </a:extLst>
          </p:cNvPr>
          <p:cNvSpPr>
            <a:spLocks noGrp="1"/>
          </p:cNvSpPr>
          <p:nvPr>
            <p:ph type="dt" sz="half" idx="10"/>
          </p:nvPr>
        </p:nvSpPr>
        <p:spPr/>
        <p:txBody>
          <a:bodyPr/>
          <a:lstStyle/>
          <a:p>
            <a:fld id="{9C5272DB-0103-AF4C-A22D-07421EC406AD}" type="datetime1">
              <a:rPr lang="en-IN" smtClean="0"/>
              <a:t>10-03-2026</a:t>
            </a:fld>
            <a:endParaRPr lang="en-US"/>
          </a:p>
        </p:txBody>
      </p:sp>
      <p:sp>
        <p:nvSpPr>
          <p:cNvPr id="5" name="Footer Placeholder 4">
            <a:extLst>
              <a:ext uri="{FF2B5EF4-FFF2-40B4-BE49-F238E27FC236}">
                <a16:creationId xmlns:a16="http://schemas.microsoft.com/office/drawing/2014/main" id="{A3CA2172-0EFE-3ADA-47FA-029EF21AB5B8}"/>
              </a:ext>
            </a:extLst>
          </p:cNvPr>
          <p:cNvSpPr>
            <a:spLocks noGrp="1"/>
          </p:cNvSpPr>
          <p:nvPr>
            <p:ph type="ftr" sz="quarter" idx="11"/>
          </p:nvPr>
        </p:nvSpPr>
        <p:spPr/>
        <p:txBody>
          <a:bodyPr/>
          <a:lstStyle/>
          <a:p>
            <a:r>
              <a:rPr lang="en-US" dirty="0"/>
              <a:t>173030211           Department of CSE</a:t>
            </a:r>
          </a:p>
        </p:txBody>
      </p:sp>
      <p:sp>
        <p:nvSpPr>
          <p:cNvPr id="6" name="Slide Number Placeholder 5">
            <a:extLst>
              <a:ext uri="{FF2B5EF4-FFF2-40B4-BE49-F238E27FC236}">
                <a16:creationId xmlns:a16="http://schemas.microsoft.com/office/drawing/2014/main" id="{C3E9B8A7-6131-D012-7DA4-A9F36B2B1525}"/>
              </a:ext>
            </a:extLst>
          </p:cNvPr>
          <p:cNvSpPr>
            <a:spLocks noGrp="1"/>
          </p:cNvSpPr>
          <p:nvPr>
            <p:ph type="sldNum" sz="quarter" idx="12"/>
          </p:nvPr>
        </p:nvSpPr>
        <p:spPr/>
        <p:txBody>
          <a:bodyPr/>
          <a:lstStyle/>
          <a:p>
            <a:fld id="{B961B71F-4B40-8942-BB88-E0F5C0B46E10}" type="slidenum">
              <a:rPr lang="en-US" smtClean="0"/>
              <a:t>15</a:t>
            </a:fld>
            <a:endParaRPr lang="en-US"/>
          </a:p>
        </p:txBody>
      </p:sp>
      <p:pic>
        <p:nvPicPr>
          <p:cNvPr id="14" name="Picture 13">
            <a:extLst>
              <a:ext uri="{FF2B5EF4-FFF2-40B4-BE49-F238E27FC236}">
                <a16:creationId xmlns:a16="http://schemas.microsoft.com/office/drawing/2014/main" id="{1CD3E85F-A805-7077-BA25-4E5B975F4FD4}"/>
              </a:ext>
            </a:extLst>
          </p:cNvPr>
          <p:cNvPicPr>
            <a:picLocks noChangeAspect="1"/>
          </p:cNvPicPr>
          <p:nvPr/>
        </p:nvPicPr>
        <p:blipFill>
          <a:blip r:embed="rId3"/>
          <a:stretch>
            <a:fillRect/>
          </a:stretch>
        </p:blipFill>
        <p:spPr>
          <a:xfrm>
            <a:off x="5836597" y="3402667"/>
            <a:ext cx="4935166" cy="3318808"/>
          </a:xfrm>
          <a:prstGeom prst="rect">
            <a:avLst/>
          </a:prstGeom>
        </p:spPr>
      </p:pic>
      <p:pic>
        <p:nvPicPr>
          <p:cNvPr id="16" name="Picture 15">
            <a:extLst>
              <a:ext uri="{FF2B5EF4-FFF2-40B4-BE49-F238E27FC236}">
                <a16:creationId xmlns:a16="http://schemas.microsoft.com/office/drawing/2014/main" id="{B493E87D-A36A-B2FB-ED19-632332413856}"/>
              </a:ext>
            </a:extLst>
          </p:cNvPr>
          <p:cNvPicPr>
            <a:picLocks noChangeAspect="1"/>
          </p:cNvPicPr>
          <p:nvPr/>
        </p:nvPicPr>
        <p:blipFill>
          <a:blip r:embed="rId4"/>
          <a:stretch>
            <a:fillRect/>
          </a:stretch>
        </p:blipFill>
        <p:spPr>
          <a:xfrm>
            <a:off x="5836597" y="241898"/>
            <a:ext cx="4908039" cy="3016868"/>
          </a:xfrm>
          <a:prstGeom prst="rect">
            <a:avLst/>
          </a:prstGeom>
        </p:spPr>
      </p:pic>
    </p:spTree>
    <p:extLst>
      <p:ext uri="{BB962C8B-B14F-4D97-AF65-F5344CB8AC3E}">
        <p14:creationId xmlns:p14="http://schemas.microsoft.com/office/powerpoint/2010/main" val="23574719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740780"/>
            <a:ext cx="10515600" cy="5436183"/>
          </a:xfrm>
        </p:spPr>
        <p:txBody>
          <a:bodyPr>
            <a:normAutofit/>
          </a:bodyPr>
          <a:lstStyle/>
          <a:p>
            <a:pPr marL="0" indent="0">
              <a:buNone/>
            </a:pPr>
            <a:endParaRPr lang="en-IN" dirty="0"/>
          </a:p>
          <a:p>
            <a:pPr marL="0" indent="0" algn="ctr">
              <a:buNone/>
            </a:pPr>
            <a:endParaRPr lang="en-IN" sz="4400" dirty="0"/>
          </a:p>
          <a:p>
            <a:pPr marL="0" indent="0" algn="ctr">
              <a:buNone/>
            </a:pPr>
            <a:endParaRPr lang="en-IN" sz="4400" dirty="0"/>
          </a:p>
          <a:p>
            <a:pPr marL="0" indent="0" algn="ctr">
              <a:buNone/>
            </a:pPr>
            <a:r>
              <a:rPr lang="en-IN" sz="4400" dirty="0"/>
              <a:t>THANK YOU</a:t>
            </a: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7AAD6276-EBF6-BB4A-A6C6-114A8D55B891}" type="datetime1">
              <a:rPr lang="en-IN" smtClean="0"/>
              <a:t>10-03-2026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16</a:t>
            </a:fld>
            <a:endParaRPr lang="en-US"/>
          </a:p>
        </p:txBody>
      </p:sp>
    </p:spTree>
    <p:extLst>
      <p:ext uri="{BB962C8B-B14F-4D97-AF65-F5344CB8AC3E}">
        <p14:creationId xmlns:p14="http://schemas.microsoft.com/office/powerpoint/2010/main" val="42139582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4058</TotalTime>
  <Words>978</Words>
  <Application>Microsoft Office PowerPoint</Application>
  <PresentationFormat>Widescreen</PresentationFormat>
  <Paragraphs>157</Paragraphs>
  <Slides>16</Slides>
  <Notes>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16</vt:i4>
      </vt:variant>
    </vt:vector>
  </HeadingPairs>
  <TitlesOfParts>
    <vt:vector size="22" baseType="lpstr">
      <vt:lpstr>Arial</vt:lpstr>
      <vt:lpstr>Calibri</vt:lpstr>
      <vt:lpstr>Calibri Light</vt:lpstr>
      <vt:lpstr>Times New Roman</vt:lpstr>
      <vt:lpstr>Office Theme</vt:lpstr>
      <vt:lpstr>Custom Design</vt:lpstr>
      <vt:lpstr>TITLE:MULTI - STORE GROCERY PRICE COMPARISION SYSTEM </vt:lpstr>
      <vt:lpstr>OUTLINE</vt:lpstr>
      <vt:lpstr>Abstract</vt:lpstr>
      <vt:lpstr> </vt:lpstr>
      <vt:lpstr>Existing System </vt:lpstr>
      <vt:lpstr>Proposed System</vt:lpstr>
      <vt:lpstr> </vt:lpstr>
      <vt:lpstr>Project Modules</vt:lpstr>
      <vt:lpstr>     </vt:lpstr>
      <vt:lpstr>Objectives</vt:lpstr>
      <vt:lpstr>Co’s Attainments - FWD</vt:lpstr>
      <vt:lpstr> </vt:lpstr>
      <vt:lpstr>Screenshots for FWD</vt:lpstr>
      <vt:lpstr>Conclusion</vt:lpstr>
      <vt:lpstr>Geo- Tag Photos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SHAHANA BANO</dc:creator>
  <cp:lastModifiedBy>Shreenitha Devuni</cp:lastModifiedBy>
  <cp:revision>57</cp:revision>
  <dcterms:created xsi:type="dcterms:W3CDTF">2022-05-20T10:20:31Z</dcterms:created>
  <dcterms:modified xsi:type="dcterms:W3CDTF">2026-03-10T03:40:46Z</dcterms:modified>
</cp:coreProperties>
</file>